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58" r:id="rId8"/>
    <p:sldId id="262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E28F5-7494-86FC-8076-443B18BA0CBA}" v="90" dt="2025-10-27T03:32:20.488"/>
    <p1510:client id="{A35896A7-3126-4016-6DE5-9562C28CE10A}" v="699" dt="2025-10-27T03:10:15.333"/>
    <p1510:client id="{C947F906-24A6-11CE-B5F1-5DC72121C503}" v="9" dt="2025-10-27T03:36:0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C947F906-24A6-11CE-B5F1-5DC72121C503}"/>
    <pc:docChg chg="modSld">
      <pc:chgData name="" userId="" providerId="" clId="Web-{C947F906-24A6-11CE-B5F1-5DC72121C503}" dt="2025-10-27T03:33:20.241" v="0"/>
      <pc:docMkLst>
        <pc:docMk/>
      </pc:docMkLst>
      <pc:sldChg chg="delSp">
        <pc:chgData name="" userId="" providerId="" clId="Web-{C947F906-24A6-11CE-B5F1-5DC72121C503}" dt="2025-10-27T03:33:20.241" v="0"/>
        <pc:sldMkLst>
          <pc:docMk/>
          <pc:sldMk cId="109857222" sldId="256"/>
        </pc:sldMkLst>
        <pc:picChg chg="del">
          <ac:chgData name="" userId="" providerId="" clId="Web-{C947F906-24A6-11CE-B5F1-5DC72121C503}" dt="2025-10-27T03:33:20.241" v="0"/>
          <ac:picMkLst>
            <pc:docMk/>
            <pc:sldMk cId="109857222" sldId="256"/>
            <ac:picMk id="4" creationId="{9F8AFD79-6CD7-DC56-59C9-373E621E9A33}"/>
          </ac:picMkLst>
        </pc:picChg>
      </pc:sldChg>
    </pc:docChg>
  </pc:docChgLst>
  <pc:docChgLst>
    <pc:chgData name="Chandra Prakash Bathula" userId="S::chandraprakash.bathula@slu.edu::1bbcd802-b19d-4007-8ff4-9de30793bbb6" providerId="AD" clId="Web-{A35896A7-3126-4016-6DE5-9562C28CE10A}"/>
    <pc:docChg chg="addSld modSld sldOrd">
      <pc:chgData name="Chandra Prakash Bathula" userId="S::chandraprakash.bathula@slu.edu::1bbcd802-b19d-4007-8ff4-9de30793bbb6" providerId="AD" clId="Web-{A35896A7-3126-4016-6DE5-9562C28CE10A}" dt="2025-10-27T03:10:08.755" v="721" actId="20577"/>
      <pc:docMkLst>
        <pc:docMk/>
      </pc:docMkLst>
      <pc:sldChg chg="modSp">
        <pc:chgData name="Chandra Prakash Bathula" userId="S::chandraprakash.bathula@slu.edu::1bbcd802-b19d-4007-8ff4-9de30793bbb6" providerId="AD" clId="Web-{A35896A7-3126-4016-6DE5-9562C28CE10A}" dt="2025-10-27T00:23:45.755" v="62" actId="20577"/>
        <pc:sldMkLst>
          <pc:docMk/>
          <pc:sldMk cId="109857222" sldId="256"/>
        </pc:sldMkLst>
        <pc:spChg chg="mod">
          <ac:chgData name="Chandra Prakash Bathula" userId="S::chandraprakash.bathula@slu.edu::1bbcd802-b19d-4007-8ff4-9de30793bbb6" providerId="AD" clId="Web-{A35896A7-3126-4016-6DE5-9562C28CE10A}" dt="2025-10-27T00:23:37.568" v="39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0:23:45.755" v="6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">
        <pc:chgData name="Chandra Prakash Bathula" userId="S::chandraprakash.bathula@slu.edu::1bbcd802-b19d-4007-8ff4-9de30793bbb6" providerId="AD" clId="Web-{A35896A7-3126-4016-6DE5-9562C28CE10A}" dt="2025-10-27T03:08:57.427" v="712"/>
        <pc:sldMkLst>
          <pc:docMk/>
          <pc:sldMk cId="1234354795" sldId="257"/>
        </pc:sldMkLst>
        <pc:spChg chg="mod">
          <ac:chgData name="Chandra Prakash Bathula" userId="S::chandraprakash.bathula@slu.edu::1bbcd802-b19d-4007-8ff4-9de30793bbb6" providerId="AD" clId="Web-{A35896A7-3126-4016-6DE5-9562C28CE10A}" dt="2025-10-27T03:08:57.427" v="712"/>
          <ac:spMkLst>
            <pc:docMk/>
            <pc:sldMk cId="1234354795" sldId="257"/>
            <ac:spMk id="2" creationId="{64BAC7BF-6E64-C192-E3FD-6B25CE2F2BA5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3:08:57.427" v="712"/>
          <ac:spMkLst>
            <pc:docMk/>
            <pc:sldMk cId="1234354795" sldId="257"/>
            <ac:spMk id="3" creationId="{CBFE56A8-B040-9618-0FEE-9E9510407CAD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8:57.411" v="711"/>
          <ac:spMkLst>
            <pc:docMk/>
            <pc:sldMk cId="1234354795" sldId="257"/>
            <ac:spMk id="9" creationId="{0B9EE3F3-89B7-43C3-8651-C4C96830993D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8:57.411" v="711"/>
          <ac:spMkLst>
            <pc:docMk/>
            <pc:sldMk cId="1234354795" sldId="257"/>
            <ac:spMk id="11" creationId="{33AE4636-AEEC-45D6-84D4-7AC2DA48ECF8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8:57.411" v="711"/>
          <ac:spMkLst>
            <pc:docMk/>
            <pc:sldMk cId="1234354795" sldId="257"/>
            <ac:spMk id="13" creationId="{8D9CE0F4-2EB2-4F1F-8AAC-DB3571D9FE10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8:57.427" v="712"/>
          <ac:spMkLst>
            <pc:docMk/>
            <pc:sldMk cId="1234354795" sldId="257"/>
            <ac:spMk id="15" creationId="{E6995CE5-F890-4ABA-82A2-26507CE8D2A3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8:57.427" v="712"/>
          <ac:spMkLst>
            <pc:docMk/>
            <pc:sldMk cId="1234354795" sldId="257"/>
            <ac:spMk id="16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8:57.427" v="712"/>
          <ac:spMkLst>
            <pc:docMk/>
            <pc:sldMk cId="1234354795" sldId="257"/>
            <ac:spMk id="17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8:57.427" v="712"/>
          <ac:spMkLst>
            <pc:docMk/>
            <pc:sldMk cId="1234354795" sldId="257"/>
            <ac:spMk id="18" creationId="{E659831F-0D9A-4C63-9EBB-8435B85A440F}"/>
          </ac:spMkLst>
        </pc:spChg>
        <pc:picChg chg="add mod">
          <ac:chgData name="Chandra Prakash Bathula" userId="S::chandraprakash.bathula@slu.edu::1bbcd802-b19d-4007-8ff4-9de30793bbb6" providerId="AD" clId="Web-{A35896A7-3126-4016-6DE5-9562C28CE10A}" dt="2025-10-27T03:08:57.427" v="712"/>
          <ac:picMkLst>
            <pc:docMk/>
            <pc:sldMk cId="1234354795" sldId="257"/>
            <ac:picMk id="4" creationId="{2964DC7F-084E-F01D-B2BB-B5B47048FCCF}"/>
          </ac:picMkLst>
        </pc:picChg>
      </pc:sldChg>
      <pc:sldChg chg="modSp new">
        <pc:chgData name="Chandra Prakash Bathula" userId="S::chandraprakash.bathula@slu.edu::1bbcd802-b19d-4007-8ff4-9de30793bbb6" providerId="AD" clId="Web-{A35896A7-3126-4016-6DE5-9562C28CE10A}" dt="2025-10-27T02:50:39.421" v="436" actId="20577"/>
        <pc:sldMkLst>
          <pc:docMk/>
          <pc:sldMk cId="3542504980" sldId="258"/>
        </pc:sldMkLst>
        <pc:spChg chg="mod">
          <ac:chgData name="Chandra Prakash Bathula" userId="S::chandraprakash.bathula@slu.edu::1bbcd802-b19d-4007-8ff4-9de30793bbb6" providerId="AD" clId="Web-{A35896A7-3126-4016-6DE5-9562C28CE10A}" dt="2025-10-27T02:47:11.624" v="403" actId="20577"/>
          <ac:spMkLst>
            <pc:docMk/>
            <pc:sldMk cId="3542504980" sldId="258"/>
            <ac:spMk id="2" creationId="{46C1FD69-D374-65CC-59AD-D1AF78B2012F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50:39.421" v="436" actId="20577"/>
          <ac:spMkLst>
            <pc:docMk/>
            <pc:sldMk cId="3542504980" sldId="258"/>
            <ac:spMk id="3" creationId="{7AB33F2E-79BC-CBF1-0FF3-AD26EE1E85F1}"/>
          </ac:spMkLst>
        </pc:spChg>
      </pc:sldChg>
      <pc:sldChg chg="addSp delSp modSp new mod setBg">
        <pc:chgData name="Chandra Prakash Bathula" userId="S::chandraprakash.bathula@slu.edu::1bbcd802-b19d-4007-8ff4-9de30793bbb6" providerId="AD" clId="Web-{A35896A7-3126-4016-6DE5-9562C28CE10A}" dt="2025-10-27T02:32:38.246" v="178" actId="20577"/>
        <pc:sldMkLst>
          <pc:docMk/>
          <pc:sldMk cId="213228600" sldId="259"/>
        </pc:sldMkLst>
        <pc:spChg chg="mod">
          <ac:chgData name="Chandra Prakash Bathula" userId="S::chandraprakash.bathula@slu.edu::1bbcd802-b19d-4007-8ff4-9de30793bbb6" providerId="AD" clId="Web-{A35896A7-3126-4016-6DE5-9562C28CE10A}" dt="2025-10-27T02:32:23.871" v="170"/>
          <ac:spMkLst>
            <pc:docMk/>
            <pc:sldMk cId="213228600" sldId="259"/>
            <ac:spMk id="2" creationId="{0F112F77-8406-5FA2-B597-22A28064D072}"/>
          </ac:spMkLst>
        </pc:spChg>
        <pc:spChg chg="add del mod">
          <ac:chgData name="Chandra Prakash Bathula" userId="S::chandraprakash.bathula@slu.edu::1bbcd802-b19d-4007-8ff4-9de30793bbb6" providerId="AD" clId="Web-{A35896A7-3126-4016-6DE5-9562C28CE10A}" dt="2025-10-27T02:32:38.246" v="178" actId="20577"/>
          <ac:spMkLst>
            <pc:docMk/>
            <pc:sldMk cId="213228600" sldId="259"/>
            <ac:spMk id="3" creationId="{C9A4500A-EC0F-921E-696B-D27D9F12C915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2:29:02.338" v="119"/>
          <ac:spMkLst>
            <pc:docMk/>
            <pc:sldMk cId="213228600" sldId="259"/>
            <ac:spMk id="9" creationId="{A4AC5506-6312-4701-8D3C-40187889A947}"/>
          </ac:spMkLst>
        </pc:spChg>
        <pc:picChg chg="add del mod ord">
          <ac:chgData name="Chandra Prakash Bathula" userId="S::chandraprakash.bathula@slu.edu::1bbcd802-b19d-4007-8ff4-9de30793bbb6" providerId="AD" clId="Web-{A35896A7-3126-4016-6DE5-9562C28CE10A}" dt="2025-10-27T02:29:02.682" v="120"/>
          <ac:picMkLst>
            <pc:docMk/>
            <pc:sldMk cId="213228600" sldId="259"/>
            <ac:picMk id="4" creationId="{58BCD168-C073-E8A7-06C3-75D25B9E34F6}"/>
          </ac:picMkLst>
        </pc:picChg>
        <pc:picChg chg="add mod">
          <ac:chgData name="Chandra Prakash Bathula" userId="S::chandraprakash.bathula@slu.edu::1bbcd802-b19d-4007-8ff4-9de30793bbb6" providerId="AD" clId="Web-{A35896A7-3126-4016-6DE5-9562C28CE10A}" dt="2025-10-27T02:32:23.871" v="170"/>
          <ac:picMkLst>
            <pc:docMk/>
            <pc:sldMk cId="213228600" sldId="259"/>
            <ac:picMk id="5" creationId="{6E69D1DC-FD2B-5020-BF67-E6CE7A3A96D1}"/>
          </ac:picMkLst>
        </pc:picChg>
        <pc:cxnChg chg="add">
          <ac:chgData name="Chandra Prakash Bathula" userId="S::chandraprakash.bathula@slu.edu::1bbcd802-b19d-4007-8ff4-9de30793bbb6" providerId="AD" clId="Web-{A35896A7-3126-4016-6DE5-9562C28CE10A}" dt="2025-10-27T02:32:23.871" v="170"/>
          <ac:cxnSpMkLst>
            <pc:docMk/>
            <pc:sldMk cId="213228600" sldId="259"/>
            <ac:cxnSpMk id="10" creationId="{37C77032-C865-6057-7D7A-E2743CFA20F9}"/>
          </ac:cxnSpMkLst>
        </pc:cxnChg>
      </pc:sldChg>
      <pc:sldChg chg="addSp delSp modSp new mod setBg">
        <pc:chgData name="Chandra Prakash Bathula" userId="S::chandraprakash.bathula@slu.edu::1bbcd802-b19d-4007-8ff4-9de30793bbb6" providerId="AD" clId="Web-{A35896A7-3126-4016-6DE5-9562C28CE10A}" dt="2025-10-27T03:09:23.067" v="715"/>
        <pc:sldMkLst>
          <pc:docMk/>
          <pc:sldMk cId="385347094" sldId="260"/>
        </pc:sldMkLst>
        <pc:spChg chg="mod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2" creationId="{460E2297-E493-226F-930F-5536FC67BF1B}"/>
          </ac:spMkLst>
        </pc:spChg>
        <pc:spChg chg="del mod">
          <ac:chgData name="Chandra Prakash Bathula" userId="S::chandraprakash.bathula@slu.edu::1bbcd802-b19d-4007-8ff4-9de30793bbb6" providerId="AD" clId="Web-{A35896A7-3126-4016-6DE5-9562C28CE10A}" dt="2025-10-27T02:34:07.840" v="180"/>
          <ac:spMkLst>
            <pc:docMk/>
            <pc:sldMk cId="385347094" sldId="260"/>
            <ac:spMk id="3" creationId="{5133EFDD-4DC5-7483-35C8-8E3D64D153DA}"/>
          </ac:spMkLst>
        </pc:spChg>
        <pc:spChg chg="add del mod">
          <ac:chgData name="Chandra Prakash Bathula" userId="S::chandraprakash.bathula@slu.edu::1bbcd802-b19d-4007-8ff4-9de30793bbb6" providerId="AD" clId="Web-{A35896A7-3126-4016-6DE5-9562C28CE10A}" dt="2025-10-27T02:34:48.606" v="186"/>
          <ac:spMkLst>
            <pc:docMk/>
            <pc:sldMk cId="385347094" sldId="260"/>
            <ac:spMk id="6" creationId="{C25A9BD6-5A8E-9E9F-A3E0-D45C22176A06}"/>
          </ac:spMkLst>
        </pc:spChg>
        <pc:spChg chg="add mod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9" creationId="{D589AFAB-4916-2E22-243B-7AF7E2DFA678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16" creationId="{B712E947-0734-45F9-9C4F-41114EC3A33E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18" creationId="{5A65989E-BBD5-44D7-AA86-7AFD5D46BBC0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20" creationId="{231A2881-D8D7-4A7D-ACA3-E9F849F853D8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52" v="714"/>
          <ac:spMkLst>
            <pc:docMk/>
            <pc:sldMk cId="385347094" sldId="260"/>
            <ac:spMk id="25" creationId="{115719BB-48A7-4AF4-BB91-DC82E0DF727D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52" v="714"/>
          <ac:spMkLst>
            <pc:docMk/>
            <pc:sldMk cId="385347094" sldId="260"/>
            <ac:spMk id="27" creationId="{10973A55-5440-4A99-B526-B5812E46271E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52" v="714"/>
          <ac:spMkLst>
            <pc:docMk/>
            <pc:sldMk cId="385347094" sldId="260"/>
            <ac:spMk id="29" creationId="{A9682493-588A-4D52-98F6-FBBD80C07ECB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52" v="714"/>
          <ac:spMkLst>
            <pc:docMk/>
            <pc:sldMk cId="385347094" sldId="260"/>
            <ac:spMk id="31" creationId="{FBEC5A7A-ADE4-48D9-B89C-2BA1C9110632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23.052" v="714"/>
          <ac:spMkLst>
            <pc:docMk/>
            <pc:sldMk cId="385347094" sldId="260"/>
            <ac:spMk id="33" creationId="{82095FCE-EF05-4443-B97A-85DEE3A5CA17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35" creationId="{19C9EAEA-39D0-4B0E-A0EB-51E7B26740B1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36" creationId="{AAAE94E3-A7DB-4868-B1E3-E49703488BBC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37" creationId="{8CB5D2D7-DF65-4E86-BFBA-FFB9B5ACEB64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40" creationId="{3873B707-463F-40B0-8227-E8CC6C67EB25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23.067" v="715"/>
          <ac:spMkLst>
            <pc:docMk/>
            <pc:sldMk cId="385347094" sldId="260"/>
            <ac:spMk id="41" creationId="{C13237C8-E62C-4F0D-A318-BD6FB6C2D138}"/>
          </ac:spMkLst>
        </pc:spChg>
        <pc:picChg chg="add del mod ord">
          <ac:chgData name="Chandra Prakash Bathula" userId="S::chandraprakash.bathula@slu.edu::1bbcd802-b19d-4007-8ff4-9de30793bbb6" providerId="AD" clId="Web-{A35896A7-3126-4016-6DE5-9562C28CE10A}" dt="2025-10-27T02:34:17.700" v="183"/>
          <ac:picMkLst>
            <pc:docMk/>
            <pc:sldMk cId="385347094" sldId="260"/>
            <ac:picMk id="4" creationId="{7C2BF743-F002-541A-9D85-F7F341C85216}"/>
          </ac:picMkLst>
        </pc:picChg>
        <pc:picChg chg="add del mod ord">
          <ac:chgData name="Chandra Prakash Bathula" userId="S::chandraprakash.bathula@slu.edu::1bbcd802-b19d-4007-8ff4-9de30793bbb6" providerId="AD" clId="Web-{A35896A7-3126-4016-6DE5-9562C28CE10A}" dt="2025-10-27T02:34:50.637" v="187"/>
          <ac:picMkLst>
            <pc:docMk/>
            <pc:sldMk cId="385347094" sldId="260"/>
            <ac:picMk id="7" creationId="{BA916D49-E211-4691-CF4D-29C1F64628EE}"/>
          </ac:picMkLst>
        </pc:picChg>
        <pc:picChg chg="add mod ord">
          <ac:chgData name="Chandra Prakash Bathula" userId="S::chandraprakash.bathula@slu.edu::1bbcd802-b19d-4007-8ff4-9de30793bbb6" providerId="AD" clId="Web-{A35896A7-3126-4016-6DE5-9562C28CE10A}" dt="2025-10-27T02:36:13.466" v="215"/>
          <ac:picMkLst>
            <pc:docMk/>
            <pc:sldMk cId="385347094" sldId="260"/>
            <ac:picMk id="10" creationId="{E067C87A-102E-3C36-8306-E946D09D2292}"/>
          </ac:picMkLst>
        </pc:picChg>
        <pc:picChg chg="add mod">
          <ac:chgData name="Chandra Prakash Bathula" userId="S::chandraprakash.bathula@slu.edu::1bbcd802-b19d-4007-8ff4-9de30793bbb6" providerId="AD" clId="Web-{A35896A7-3126-4016-6DE5-9562C28CE10A}" dt="2025-10-27T02:36:13.466" v="215"/>
          <ac:picMkLst>
            <pc:docMk/>
            <pc:sldMk cId="385347094" sldId="260"/>
            <ac:picMk id="11" creationId="{C5A7C417-D37C-165E-C79B-884114029A6B}"/>
          </ac:picMkLst>
        </pc:picChg>
      </pc:sldChg>
      <pc:sldChg chg="addSp delSp modSp new mod setBg">
        <pc:chgData name="Chandra Prakash Bathula" userId="S::chandraprakash.bathula@slu.edu::1bbcd802-b19d-4007-8ff4-9de30793bbb6" providerId="AD" clId="Web-{A35896A7-3126-4016-6DE5-9562C28CE10A}" dt="2025-10-27T02:39:11.044" v="256" actId="14100"/>
        <pc:sldMkLst>
          <pc:docMk/>
          <pc:sldMk cId="1646132290" sldId="261"/>
        </pc:sldMkLst>
        <pc:spChg chg="mod">
          <ac:chgData name="Chandra Prakash Bathula" userId="S::chandraprakash.bathula@slu.edu::1bbcd802-b19d-4007-8ff4-9de30793bbb6" providerId="AD" clId="Web-{A35896A7-3126-4016-6DE5-9562C28CE10A}" dt="2025-10-27T02:38:40.169" v="245"/>
          <ac:spMkLst>
            <pc:docMk/>
            <pc:sldMk cId="1646132290" sldId="261"/>
            <ac:spMk id="2" creationId="{FB9DB013-E038-11E7-845B-9F92DA1CB82F}"/>
          </ac:spMkLst>
        </pc:spChg>
        <pc:spChg chg="del">
          <ac:chgData name="Chandra Prakash Bathula" userId="S::chandraprakash.bathula@slu.edu::1bbcd802-b19d-4007-8ff4-9de30793bbb6" providerId="AD" clId="Web-{A35896A7-3126-4016-6DE5-9562C28CE10A}" dt="2025-10-27T02:34:30.825" v="185"/>
          <ac:spMkLst>
            <pc:docMk/>
            <pc:sldMk cId="1646132290" sldId="261"/>
            <ac:spMk id="3" creationId="{68557A9C-6AEC-FF40-C4EF-63D7EFC04552}"/>
          </ac:spMkLst>
        </pc:spChg>
        <pc:spChg chg="add mod">
          <ac:chgData name="Chandra Prakash Bathula" userId="S::chandraprakash.bathula@slu.edu::1bbcd802-b19d-4007-8ff4-9de30793bbb6" providerId="AD" clId="Web-{A35896A7-3126-4016-6DE5-9562C28CE10A}" dt="2025-10-27T02:38:40.169" v="245"/>
          <ac:spMkLst>
            <pc:docMk/>
            <pc:sldMk cId="1646132290" sldId="261"/>
            <ac:spMk id="6" creationId="{51FF5933-6E51-D210-126B-9A6C728A8C96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38:40.169" v="245"/>
          <ac:spMkLst>
            <pc:docMk/>
            <pc:sldMk cId="1646132290" sldId="261"/>
            <ac:spMk id="14" creationId="{53B475F8-50AE-46A0-9943-B2B63183D50C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38:40.169" v="245"/>
          <ac:spMkLst>
            <pc:docMk/>
            <pc:sldMk cId="1646132290" sldId="261"/>
            <ac:spMk id="16" creationId="{75F6FDB4-2351-48C2-A863-2364A02343C0}"/>
          </ac:spMkLst>
        </pc:spChg>
        <pc:picChg chg="add del mod ord">
          <ac:chgData name="Chandra Prakash Bathula" userId="S::chandraprakash.bathula@slu.edu::1bbcd802-b19d-4007-8ff4-9de30793bbb6" providerId="AD" clId="Web-{A35896A7-3126-4016-6DE5-9562C28CE10A}" dt="2025-10-27T02:36:04.669" v="213"/>
          <ac:picMkLst>
            <pc:docMk/>
            <pc:sldMk cId="1646132290" sldId="261"/>
            <ac:picMk id="4" creationId="{719F7533-BFD3-E516-3C0B-291BBF7F9EBD}"/>
          </ac:picMkLst>
        </pc:picChg>
        <pc:picChg chg="add mod ord">
          <ac:chgData name="Chandra Prakash Bathula" userId="S::chandraprakash.bathula@slu.edu::1bbcd802-b19d-4007-8ff4-9de30793bbb6" providerId="AD" clId="Web-{A35896A7-3126-4016-6DE5-9562C28CE10A}" dt="2025-10-27T02:39:06.529" v="255" actId="1076"/>
          <ac:picMkLst>
            <pc:docMk/>
            <pc:sldMk cId="1646132290" sldId="261"/>
            <ac:picMk id="7" creationId="{728E7E8E-E93B-281E-FDDA-46F4E0AEDFDD}"/>
          </ac:picMkLst>
        </pc:picChg>
        <pc:picChg chg="add mod">
          <ac:chgData name="Chandra Prakash Bathula" userId="S::chandraprakash.bathula@slu.edu::1bbcd802-b19d-4007-8ff4-9de30793bbb6" providerId="AD" clId="Web-{A35896A7-3126-4016-6DE5-9562C28CE10A}" dt="2025-10-27T02:39:11.044" v="256" actId="14100"/>
          <ac:picMkLst>
            <pc:docMk/>
            <pc:sldMk cId="1646132290" sldId="261"/>
            <ac:picMk id="8" creationId="{9DD8F716-3AD0-73FE-320D-8499975C3885}"/>
          </ac:picMkLst>
        </pc:picChg>
        <pc:picChg chg="add mod ord">
          <ac:chgData name="Chandra Prakash Bathula" userId="S::chandraprakash.bathula@slu.edu::1bbcd802-b19d-4007-8ff4-9de30793bbb6" providerId="AD" clId="Web-{A35896A7-3126-4016-6DE5-9562C28CE10A}" dt="2025-10-27T02:39:00.638" v="253" actId="1076"/>
          <ac:picMkLst>
            <pc:docMk/>
            <pc:sldMk cId="1646132290" sldId="261"/>
            <ac:picMk id="9" creationId="{4D5BCEA4-AACC-C513-E4E6-7667A764C9AF}"/>
          </ac:picMkLst>
        </pc:picChg>
      </pc:sldChg>
      <pc:sldChg chg="addSp delSp modSp new mod ord setBg">
        <pc:chgData name="Chandra Prakash Bathula" userId="S::chandraprakash.bathula@slu.edu::1bbcd802-b19d-4007-8ff4-9de30793bbb6" providerId="AD" clId="Web-{A35896A7-3126-4016-6DE5-9562C28CE10A}" dt="2025-10-27T02:47:02.545" v="397"/>
        <pc:sldMkLst>
          <pc:docMk/>
          <pc:sldMk cId="1299873100" sldId="262"/>
        </pc:sldMkLst>
        <pc:spChg chg="mod">
          <ac:chgData name="Chandra Prakash Bathula" userId="S::chandraprakash.bathula@slu.edu::1bbcd802-b19d-4007-8ff4-9de30793bbb6" providerId="AD" clId="Web-{A35896A7-3126-4016-6DE5-9562C28CE10A}" dt="2025-10-27T02:41:54.263" v="342"/>
          <ac:spMkLst>
            <pc:docMk/>
            <pc:sldMk cId="1299873100" sldId="262"/>
            <ac:spMk id="2" creationId="{93A76BE2-DE81-9F6E-3882-3B46885AF0B2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41:54.263" v="342"/>
          <ac:spMkLst>
            <pc:docMk/>
            <pc:sldMk cId="1299873100" sldId="262"/>
            <ac:spMk id="3" creationId="{E187BC5C-0D75-2E27-3362-162D05A84F5D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41:54.263" v="342"/>
          <ac:spMkLst>
            <pc:docMk/>
            <pc:sldMk cId="1299873100" sldId="262"/>
            <ac:spMk id="11" creationId="{2550BE34-C2B8-49B8-8519-67A8CAD51AE9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41:54.263" v="342"/>
          <ac:spMkLst>
            <pc:docMk/>
            <pc:sldMk cId="1299873100" sldId="262"/>
            <ac:spMk id="13" creationId="{A7457DD9-5A45-400A-AB4B-4B4EDECA25F1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41:54.263" v="342"/>
          <ac:spMkLst>
            <pc:docMk/>
            <pc:sldMk cId="1299873100" sldId="262"/>
            <ac:spMk id="15" creationId="{441CF7D6-A660-431A-B0BB-140A0D5556B6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41:54.263" v="342"/>
          <ac:spMkLst>
            <pc:docMk/>
            <pc:sldMk cId="1299873100" sldId="262"/>
            <ac:spMk id="17" creationId="{0570A85B-3810-4F95-97B0-CBF4CCDB381C}"/>
          </ac:spMkLst>
        </pc:spChg>
        <pc:graphicFrameChg chg="add del mod modGraphic">
          <ac:chgData name="Chandra Prakash Bathula" userId="S::chandraprakash.bathula@slu.edu::1bbcd802-b19d-4007-8ff4-9de30793bbb6" providerId="AD" clId="Web-{A35896A7-3126-4016-6DE5-9562C28CE10A}" dt="2025-10-27T02:41:25.716" v="340"/>
          <ac:graphicFrameMkLst>
            <pc:docMk/>
            <pc:sldMk cId="1299873100" sldId="262"/>
            <ac:graphicFrameMk id="5" creationId="{17AB9AE0-7393-1189-538E-ADD73AC040A7}"/>
          </ac:graphicFrameMkLst>
        </pc:graphicFrameChg>
        <pc:picChg chg="add mod">
          <ac:chgData name="Chandra Prakash Bathula" userId="S::chandraprakash.bathula@slu.edu::1bbcd802-b19d-4007-8ff4-9de30793bbb6" providerId="AD" clId="Web-{A35896A7-3126-4016-6DE5-9562C28CE10A}" dt="2025-10-27T02:41:54.263" v="342"/>
          <ac:picMkLst>
            <pc:docMk/>
            <pc:sldMk cId="1299873100" sldId="262"/>
            <ac:picMk id="6" creationId="{0BF8EE24-DBD4-76AD-32BF-35DF13CE6D6E}"/>
          </ac:picMkLst>
        </pc:picChg>
      </pc:sldChg>
      <pc:sldChg chg="addSp delSp modSp new mod ord setBg">
        <pc:chgData name="Chandra Prakash Bathula" userId="S::chandraprakash.bathula@slu.edu::1bbcd802-b19d-4007-8ff4-9de30793bbb6" providerId="AD" clId="Web-{A35896A7-3126-4016-6DE5-9562C28CE10A}" dt="2025-10-27T03:10:08.755" v="721" actId="20577"/>
        <pc:sldMkLst>
          <pc:docMk/>
          <pc:sldMk cId="894594585" sldId="263"/>
        </pc:sldMkLst>
        <pc:spChg chg="mod">
          <ac:chgData name="Chandra Prakash Bathula" userId="S::chandraprakash.bathula@slu.edu::1bbcd802-b19d-4007-8ff4-9de30793bbb6" providerId="AD" clId="Web-{A35896A7-3126-4016-6DE5-9562C28CE10A}" dt="2025-10-27T03:09:56.974" v="718"/>
          <ac:spMkLst>
            <pc:docMk/>
            <pc:sldMk cId="894594585" sldId="263"/>
            <ac:spMk id="2" creationId="{7D1227C0-144F-07EB-02F6-AE8226B4CE38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3:10:08.755" v="721" actId="20577"/>
          <ac:spMkLst>
            <pc:docMk/>
            <pc:sldMk cId="894594585" sldId="263"/>
            <ac:spMk id="3" creationId="{C6DEC85A-BE26-5E08-EC9E-9DEEDFC8FDF6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56.974" v="718"/>
          <ac:spMkLst>
            <pc:docMk/>
            <pc:sldMk cId="894594585" sldId="263"/>
            <ac:spMk id="7" creationId="{B712E947-0734-45F9-9C4F-41114EC3A33E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56.974" v="718"/>
          <ac:spMkLst>
            <pc:docMk/>
            <pc:sldMk cId="894594585" sldId="263"/>
            <ac:spMk id="8" creationId="{4C6B5652-C661-4C58-B937-F0F490F7FCB2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43.958" v="717"/>
          <ac:spMkLst>
            <pc:docMk/>
            <pc:sldMk cId="894594585" sldId="263"/>
            <ac:spMk id="10" creationId="{352BEC0E-22F8-46D0-9632-375DB541B06C}"/>
          </ac:spMkLst>
        </pc:spChg>
        <pc:spChg chg="add del">
          <ac:chgData name="Chandra Prakash Bathula" userId="S::chandraprakash.bathula@slu.edu::1bbcd802-b19d-4007-8ff4-9de30793bbb6" providerId="AD" clId="Web-{A35896A7-3126-4016-6DE5-9562C28CE10A}" dt="2025-10-27T03:09:43.958" v="717"/>
          <ac:spMkLst>
            <pc:docMk/>
            <pc:sldMk cId="894594585" sldId="263"/>
            <ac:spMk id="12" creationId="{3FCFB1DE-0B7E-48CC-BA90-B2AB0889F9D6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56.974" v="718"/>
          <ac:spMkLst>
            <pc:docMk/>
            <pc:sldMk cId="894594585" sldId="263"/>
            <ac:spMk id="14" creationId="{0B936867-6407-43FB-9DE6-1B0879D0CB31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56.974" v="718"/>
          <ac:spMkLst>
            <pc:docMk/>
            <pc:sldMk cId="894594585" sldId="263"/>
            <ac:spMk id="16" creationId="{ACD0B258-678B-4A8C-894F-848AF24A1922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56.974" v="718"/>
          <ac:spMkLst>
            <pc:docMk/>
            <pc:sldMk cId="894594585" sldId="263"/>
            <ac:spMk id="18" creationId="{C8D58395-74AF-401A-AF2F-76B6FCF71DFE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9:56.974" v="718"/>
          <ac:spMkLst>
            <pc:docMk/>
            <pc:sldMk cId="894594585" sldId="263"/>
            <ac:spMk id="20" creationId="{2F003F3F-F118-41D2-AA3F-74DB0D1970BB}"/>
          </ac:spMkLst>
        </pc:spChg>
        <pc:picChg chg="add mod ord">
          <ac:chgData name="Chandra Prakash Bathula" userId="S::chandraprakash.bathula@slu.edu::1bbcd802-b19d-4007-8ff4-9de30793bbb6" providerId="AD" clId="Web-{A35896A7-3126-4016-6DE5-9562C28CE10A}" dt="2025-10-27T03:09:56.974" v="718"/>
          <ac:picMkLst>
            <pc:docMk/>
            <pc:sldMk cId="894594585" sldId="263"/>
            <ac:picMk id="4" creationId="{A941D09B-0020-7D26-87F4-82A1359DF8C7}"/>
          </ac:picMkLst>
        </pc:picChg>
        <pc:picChg chg="add mod">
          <ac:chgData name="Chandra Prakash Bathula" userId="S::chandraprakash.bathula@slu.edu::1bbcd802-b19d-4007-8ff4-9de30793bbb6" providerId="AD" clId="Web-{A35896A7-3126-4016-6DE5-9562C28CE10A}" dt="2025-10-27T03:09:56.974" v="718"/>
          <ac:picMkLst>
            <pc:docMk/>
            <pc:sldMk cId="894594585" sldId="263"/>
            <ac:picMk id="5" creationId="{01277704-FF06-E242-BE2C-05FE9D9E59DD}"/>
          </ac:picMkLst>
        </pc:picChg>
      </pc:sldChg>
      <pc:sldChg chg="modSp new">
        <pc:chgData name="Chandra Prakash Bathula" userId="S::chandraprakash.bathula@slu.edu::1bbcd802-b19d-4007-8ff4-9de30793bbb6" providerId="AD" clId="Web-{A35896A7-3126-4016-6DE5-9562C28CE10A}" dt="2025-10-27T02:52:17.562" v="503" actId="20577"/>
        <pc:sldMkLst>
          <pc:docMk/>
          <pc:sldMk cId="1059895395" sldId="264"/>
        </pc:sldMkLst>
        <pc:spChg chg="mod">
          <ac:chgData name="Chandra Prakash Bathula" userId="S::chandraprakash.bathula@slu.edu::1bbcd802-b19d-4007-8ff4-9de30793bbb6" providerId="AD" clId="Web-{A35896A7-3126-4016-6DE5-9562C28CE10A}" dt="2025-10-27T02:50:52.749" v="451" actId="20577"/>
          <ac:spMkLst>
            <pc:docMk/>
            <pc:sldMk cId="1059895395" sldId="264"/>
            <ac:spMk id="2" creationId="{726284B6-60DA-4758-E5BB-637EF38063A9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52:17.562" v="503" actId="20577"/>
          <ac:spMkLst>
            <pc:docMk/>
            <pc:sldMk cId="1059895395" sldId="264"/>
            <ac:spMk id="3" creationId="{CFB32941-02F8-A7FB-7FEE-54AD657B261E}"/>
          </ac:spMkLst>
        </pc:spChg>
      </pc:sldChg>
      <pc:sldChg chg="modSp new">
        <pc:chgData name="Chandra Prakash Bathula" userId="S::chandraprakash.bathula@slu.edu::1bbcd802-b19d-4007-8ff4-9de30793bbb6" providerId="AD" clId="Web-{A35896A7-3126-4016-6DE5-9562C28CE10A}" dt="2025-10-27T02:52:45.156" v="523" actId="20577"/>
        <pc:sldMkLst>
          <pc:docMk/>
          <pc:sldMk cId="4150601622" sldId="265"/>
        </pc:sldMkLst>
        <pc:spChg chg="mod">
          <ac:chgData name="Chandra Prakash Bathula" userId="S::chandraprakash.bathula@slu.edu::1bbcd802-b19d-4007-8ff4-9de30793bbb6" providerId="AD" clId="Web-{A35896A7-3126-4016-6DE5-9562C28CE10A}" dt="2025-10-27T02:52:23.890" v="510" actId="20577"/>
          <ac:spMkLst>
            <pc:docMk/>
            <pc:sldMk cId="4150601622" sldId="265"/>
            <ac:spMk id="2" creationId="{47FC8CB5-EF3C-F79B-0EFF-1441EBA69959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52:45.156" v="523" actId="20577"/>
          <ac:spMkLst>
            <pc:docMk/>
            <pc:sldMk cId="4150601622" sldId="265"/>
            <ac:spMk id="3" creationId="{71FD4389-CA8A-55A2-16FB-4226658FD901}"/>
          </ac:spMkLst>
        </pc:spChg>
      </pc:sldChg>
      <pc:sldChg chg="modSp new">
        <pc:chgData name="Chandra Prakash Bathula" userId="S::chandraprakash.bathula@slu.edu::1bbcd802-b19d-4007-8ff4-9de30793bbb6" providerId="AD" clId="Web-{A35896A7-3126-4016-6DE5-9562C28CE10A}" dt="2025-10-27T02:53:13.484" v="547" actId="20577"/>
        <pc:sldMkLst>
          <pc:docMk/>
          <pc:sldMk cId="2374102893" sldId="266"/>
        </pc:sldMkLst>
        <pc:spChg chg="mod">
          <ac:chgData name="Chandra Prakash Bathula" userId="S::chandraprakash.bathula@slu.edu::1bbcd802-b19d-4007-8ff4-9de30793bbb6" providerId="AD" clId="Web-{A35896A7-3126-4016-6DE5-9562C28CE10A}" dt="2025-10-27T02:53:02.531" v="530" actId="20577"/>
          <ac:spMkLst>
            <pc:docMk/>
            <pc:sldMk cId="2374102893" sldId="266"/>
            <ac:spMk id="2" creationId="{2EA32920-CEC2-15BC-5E5F-2621207CF041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53:13.484" v="547" actId="20577"/>
          <ac:spMkLst>
            <pc:docMk/>
            <pc:sldMk cId="2374102893" sldId="266"/>
            <ac:spMk id="3" creationId="{C7E2F551-3519-18B4-E922-A67F7CF00BA7}"/>
          </ac:spMkLst>
        </pc:spChg>
      </pc:sldChg>
      <pc:sldChg chg="addSp modSp new mod setBg">
        <pc:chgData name="Chandra Prakash Bathula" userId="S::chandraprakash.bathula@slu.edu::1bbcd802-b19d-4007-8ff4-9de30793bbb6" providerId="AD" clId="Web-{A35896A7-3126-4016-6DE5-9562C28CE10A}" dt="2025-10-27T03:03:11.988" v="700"/>
        <pc:sldMkLst>
          <pc:docMk/>
          <pc:sldMk cId="2432521811" sldId="267"/>
        </pc:sldMkLst>
        <pc:spChg chg="mod">
          <ac:chgData name="Chandra Prakash Bathula" userId="S::chandraprakash.bathula@slu.edu::1bbcd802-b19d-4007-8ff4-9de30793bbb6" providerId="AD" clId="Web-{A35896A7-3126-4016-6DE5-9562C28CE10A}" dt="2025-10-27T03:03:11.988" v="700"/>
          <ac:spMkLst>
            <pc:docMk/>
            <pc:sldMk cId="2432521811" sldId="267"/>
            <ac:spMk id="2" creationId="{EB8EBBFD-51B4-4B3A-723F-34B84C78A277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3:03:11.988" v="700"/>
          <ac:spMkLst>
            <pc:docMk/>
            <pc:sldMk cId="2432521811" sldId="267"/>
            <ac:spMk id="3" creationId="{B9033DEE-DC55-396C-A6D1-BA39A86E322A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3:11.988" v="700"/>
          <ac:spMkLst>
            <pc:docMk/>
            <pc:sldMk cId="2432521811" sldId="267"/>
            <ac:spMk id="9" creationId="{1E020063-2385-44AC-BD67-258E1F0B9FCE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3:11.988" v="700"/>
          <ac:spMkLst>
            <pc:docMk/>
            <pc:sldMk cId="2432521811" sldId="267"/>
            <ac:spMk id="11" creationId="{7E014A0B-5338-4077-AFE9-A90D04D4492B}"/>
          </ac:spMkLst>
        </pc:spChg>
        <pc:grpChg chg="add">
          <ac:chgData name="Chandra Prakash Bathula" userId="S::chandraprakash.bathula@slu.edu::1bbcd802-b19d-4007-8ff4-9de30793bbb6" providerId="AD" clId="Web-{A35896A7-3126-4016-6DE5-9562C28CE10A}" dt="2025-10-27T03:03:11.988" v="700"/>
          <ac:grpSpMkLst>
            <pc:docMk/>
            <pc:sldMk cId="2432521811" sldId="267"/>
            <ac:grpSpMk id="13" creationId="{78127680-150F-4A90-9950-F66392578116}"/>
          </ac:grpSpMkLst>
        </pc:grpChg>
        <pc:grpChg chg="add">
          <ac:chgData name="Chandra Prakash Bathula" userId="S::chandraprakash.bathula@slu.edu::1bbcd802-b19d-4007-8ff4-9de30793bbb6" providerId="AD" clId="Web-{A35896A7-3126-4016-6DE5-9562C28CE10A}" dt="2025-10-27T03:03:11.988" v="700"/>
          <ac:grpSpMkLst>
            <pc:docMk/>
            <pc:sldMk cId="2432521811" sldId="267"/>
            <ac:grpSpMk id="19" creationId="{466920E5-8640-4C24-A775-8647637094A7}"/>
          </ac:grpSpMkLst>
        </pc:grpChg>
        <pc:picChg chg="add mod">
          <ac:chgData name="Chandra Prakash Bathula" userId="S::chandraprakash.bathula@slu.edu::1bbcd802-b19d-4007-8ff4-9de30793bbb6" providerId="AD" clId="Web-{A35896A7-3126-4016-6DE5-9562C28CE10A}" dt="2025-10-27T03:03:11.988" v="700"/>
          <ac:picMkLst>
            <pc:docMk/>
            <pc:sldMk cId="2432521811" sldId="267"/>
            <ac:picMk id="4" creationId="{833629CE-8C70-3104-16BD-10FDD679D77F}"/>
          </ac:picMkLst>
        </pc:picChg>
      </pc:sldChg>
      <pc:sldChg chg="addSp modSp new mod setBg">
        <pc:chgData name="Chandra Prakash Bathula" userId="S::chandraprakash.bathula@slu.edu::1bbcd802-b19d-4007-8ff4-9de30793bbb6" providerId="AD" clId="Web-{A35896A7-3126-4016-6DE5-9562C28CE10A}" dt="2025-10-27T02:59:53.877" v="645"/>
        <pc:sldMkLst>
          <pc:docMk/>
          <pc:sldMk cId="1868201309" sldId="268"/>
        </pc:sldMkLst>
        <pc:spChg chg="mod">
          <ac:chgData name="Chandra Prakash Bathula" userId="S::chandraprakash.bathula@slu.edu::1bbcd802-b19d-4007-8ff4-9de30793bbb6" providerId="AD" clId="Web-{A35896A7-3126-4016-6DE5-9562C28CE10A}" dt="2025-10-27T02:59:53.877" v="645"/>
          <ac:spMkLst>
            <pc:docMk/>
            <pc:sldMk cId="1868201309" sldId="268"/>
            <ac:spMk id="2" creationId="{65735F07-D6EF-5218-D06F-B3508FBA8D04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59:53.877" v="645"/>
          <ac:spMkLst>
            <pc:docMk/>
            <pc:sldMk cId="1868201309" sldId="268"/>
            <ac:spMk id="3" creationId="{183BEEB4-29D9-5662-693F-3641A179A7F7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59:53.877" v="645"/>
          <ac:spMkLst>
            <pc:docMk/>
            <pc:sldMk cId="1868201309" sldId="268"/>
            <ac:spMk id="9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59:53.877" v="645"/>
          <ac:spMkLst>
            <pc:docMk/>
            <pc:sldMk cId="1868201309" sldId="268"/>
            <ac:spMk id="11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59:53.877" v="645"/>
          <ac:spMkLst>
            <pc:docMk/>
            <pc:sldMk cId="1868201309" sldId="268"/>
            <ac:spMk id="13" creationId="{E659831F-0D9A-4C63-9EBB-8435B85A440F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2:59:53.877" v="645"/>
          <ac:spMkLst>
            <pc:docMk/>
            <pc:sldMk cId="1868201309" sldId="268"/>
            <ac:spMk id="15" creationId="{E6995CE5-F890-4ABA-82A2-26507CE8D2A3}"/>
          </ac:spMkLst>
        </pc:spChg>
        <pc:picChg chg="add mod">
          <ac:chgData name="Chandra Prakash Bathula" userId="S::chandraprakash.bathula@slu.edu::1bbcd802-b19d-4007-8ff4-9de30793bbb6" providerId="AD" clId="Web-{A35896A7-3126-4016-6DE5-9562C28CE10A}" dt="2025-10-27T02:59:53.877" v="645"/>
          <ac:picMkLst>
            <pc:docMk/>
            <pc:sldMk cId="1868201309" sldId="268"/>
            <ac:picMk id="4" creationId="{87D26C45-C6D6-E409-B134-7097870372CA}"/>
          </ac:picMkLst>
        </pc:picChg>
      </pc:sldChg>
      <pc:sldChg chg="addSp modSp new">
        <pc:chgData name="Chandra Prakash Bathula" userId="S::chandraprakash.bathula@slu.edu::1bbcd802-b19d-4007-8ff4-9de30793bbb6" providerId="AD" clId="Web-{A35896A7-3126-4016-6DE5-9562C28CE10A}" dt="2025-10-27T03:06:14.520" v="701"/>
        <pc:sldMkLst>
          <pc:docMk/>
          <pc:sldMk cId="2023884569" sldId="269"/>
        </pc:sldMkLst>
        <pc:spChg chg="mod">
          <ac:chgData name="Chandra Prakash Bathula" userId="S::chandraprakash.bathula@slu.edu::1bbcd802-b19d-4007-8ff4-9de30793bbb6" providerId="AD" clId="Web-{A35896A7-3126-4016-6DE5-9562C28CE10A}" dt="2025-10-27T02:54:33.939" v="573" actId="20577"/>
          <ac:spMkLst>
            <pc:docMk/>
            <pc:sldMk cId="2023884569" sldId="269"/>
            <ac:spMk id="2" creationId="{4E5DA8FD-6F4F-0A24-BB88-477443F1A14F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55:03.298" v="580" actId="20577"/>
          <ac:spMkLst>
            <pc:docMk/>
            <pc:sldMk cId="2023884569" sldId="269"/>
            <ac:spMk id="3" creationId="{F5383C74-F805-E9DC-8E38-06F45A49E4EC}"/>
          </ac:spMkLst>
        </pc:spChg>
        <pc:picChg chg="add mod">
          <ac:chgData name="Chandra Prakash Bathula" userId="S::chandraprakash.bathula@slu.edu::1bbcd802-b19d-4007-8ff4-9de30793bbb6" providerId="AD" clId="Web-{A35896A7-3126-4016-6DE5-9562C28CE10A}" dt="2025-10-27T03:06:14.520" v="701"/>
          <ac:picMkLst>
            <pc:docMk/>
            <pc:sldMk cId="2023884569" sldId="269"/>
            <ac:picMk id="4" creationId="{5D254DF8-D94A-60AC-D144-F47FA42DDECE}"/>
          </ac:picMkLst>
        </pc:picChg>
      </pc:sldChg>
      <pc:sldChg chg="addSp modSp new">
        <pc:chgData name="Chandra Prakash Bathula" userId="S::chandraprakash.bathula@slu.edu::1bbcd802-b19d-4007-8ff4-9de30793bbb6" providerId="AD" clId="Web-{A35896A7-3126-4016-6DE5-9562C28CE10A}" dt="2025-10-27T03:06:29.020" v="702"/>
        <pc:sldMkLst>
          <pc:docMk/>
          <pc:sldMk cId="4258293478" sldId="270"/>
        </pc:sldMkLst>
        <pc:spChg chg="mod">
          <ac:chgData name="Chandra Prakash Bathula" userId="S::chandraprakash.bathula@slu.edu::1bbcd802-b19d-4007-8ff4-9de30793bbb6" providerId="AD" clId="Web-{A35896A7-3126-4016-6DE5-9562C28CE10A}" dt="2025-10-27T02:55:23.142" v="588" actId="20577"/>
          <ac:spMkLst>
            <pc:docMk/>
            <pc:sldMk cId="4258293478" sldId="270"/>
            <ac:spMk id="2" creationId="{65DD56C0-864A-A8D3-D54A-0FEC66208F72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2:56:06.392" v="611" actId="20577"/>
          <ac:spMkLst>
            <pc:docMk/>
            <pc:sldMk cId="4258293478" sldId="270"/>
            <ac:spMk id="3" creationId="{7202B6A7-370E-8027-8A9F-272187DA0793}"/>
          </ac:spMkLst>
        </pc:spChg>
        <pc:picChg chg="add mod">
          <ac:chgData name="Chandra Prakash Bathula" userId="S::chandraprakash.bathula@slu.edu::1bbcd802-b19d-4007-8ff4-9de30793bbb6" providerId="AD" clId="Web-{A35896A7-3126-4016-6DE5-9562C28CE10A}" dt="2025-10-27T03:06:29.020" v="702"/>
          <ac:picMkLst>
            <pc:docMk/>
            <pc:sldMk cId="4258293478" sldId="270"/>
            <ac:picMk id="4" creationId="{19BDA911-46A1-A508-1205-39E68169846F}"/>
          </ac:picMkLst>
        </pc:picChg>
      </pc:sldChg>
      <pc:sldChg chg="addSp modSp new mod setBg">
        <pc:chgData name="Chandra Prakash Bathula" userId="S::chandraprakash.bathula@slu.edu::1bbcd802-b19d-4007-8ff4-9de30793bbb6" providerId="AD" clId="Web-{A35896A7-3126-4016-6DE5-9562C28CE10A}" dt="2025-10-27T03:07:50.833" v="708" actId="20577"/>
        <pc:sldMkLst>
          <pc:docMk/>
          <pc:sldMk cId="4100762324" sldId="271"/>
        </pc:sldMkLst>
        <pc:spChg chg="mod">
          <ac:chgData name="Chandra Prakash Bathula" userId="S::chandraprakash.bathula@slu.edu::1bbcd802-b19d-4007-8ff4-9de30793bbb6" providerId="AD" clId="Web-{A35896A7-3126-4016-6DE5-9562C28CE10A}" dt="2025-10-27T03:07:18.442" v="704"/>
          <ac:spMkLst>
            <pc:docMk/>
            <pc:sldMk cId="4100762324" sldId="271"/>
            <ac:spMk id="2" creationId="{1DFB6B29-1C4F-6C60-B30C-481821E024EF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3:07:50.833" v="708" actId="20577"/>
          <ac:spMkLst>
            <pc:docMk/>
            <pc:sldMk cId="4100762324" sldId="271"/>
            <ac:spMk id="3" creationId="{E2CA46F2-EABA-E93D-E666-54159D929D70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7:18.442" v="704"/>
          <ac:spMkLst>
            <pc:docMk/>
            <pc:sldMk cId="4100762324" sldId="271"/>
            <ac:spMk id="9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7:18.442" v="704"/>
          <ac:spMkLst>
            <pc:docMk/>
            <pc:sldMk cId="4100762324" sldId="271"/>
            <ac:spMk id="11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7:18.442" v="704"/>
          <ac:spMkLst>
            <pc:docMk/>
            <pc:sldMk cId="4100762324" sldId="271"/>
            <ac:spMk id="13" creationId="{E659831F-0D9A-4C63-9EBB-8435B85A440F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7:18.442" v="704"/>
          <ac:spMkLst>
            <pc:docMk/>
            <pc:sldMk cId="4100762324" sldId="271"/>
            <ac:spMk id="15" creationId="{E6995CE5-F890-4ABA-82A2-26507CE8D2A3}"/>
          </ac:spMkLst>
        </pc:spChg>
        <pc:picChg chg="add mod">
          <ac:chgData name="Chandra Prakash Bathula" userId="S::chandraprakash.bathula@slu.edu::1bbcd802-b19d-4007-8ff4-9de30793bbb6" providerId="AD" clId="Web-{A35896A7-3126-4016-6DE5-9562C28CE10A}" dt="2025-10-27T03:07:18.442" v="704"/>
          <ac:picMkLst>
            <pc:docMk/>
            <pc:sldMk cId="4100762324" sldId="271"/>
            <ac:picMk id="4" creationId="{2849B9A5-4410-CC71-C84F-2344E767B72D}"/>
          </ac:picMkLst>
        </pc:picChg>
      </pc:sldChg>
      <pc:sldChg chg="addSp delSp modSp new">
        <pc:chgData name="Chandra Prakash Bathula" userId="S::chandraprakash.bathula@slu.edu::1bbcd802-b19d-4007-8ff4-9de30793bbb6" providerId="AD" clId="Web-{A35896A7-3126-4016-6DE5-9562C28CE10A}" dt="2025-10-27T02:58:08.486" v="643"/>
        <pc:sldMkLst>
          <pc:docMk/>
          <pc:sldMk cId="1524510511" sldId="272"/>
        </pc:sldMkLst>
        <pc:spChg chg="mod">
          <ac:chgData name="Chandra Prakash Bathula" userId="S::chandraprakash.bathula@slu.edu::1bbcd802-b19d-4007-8ff4-9de30793bbb6" providerId="AD" clId="Web-{A35896A7-3126-4016-6DE5-9562C28CE10A}" dt="2025-10-27T02:58:03.783" v="640" actId="20577"/>
          <ac:spMkLst>
            <pc:docMk/>
            <pc:sldMk cId="1524510511" sldId="272"/>
            <ac:spMk id="2" creationId="{50EDA36C-500A-1EC2-F58F-4CF73566CEBB}"/>
          </ac:spMkLst>
        </pc:spChg>
        <pc:spChg chg="del mod">
          <ac:chgData name="Chandra Prakash Bathula" userId="S::chandraprakash.bathula@slu.edu::1bbcd802-b19d-4007-8ff4-9de30793bbb6" providerId="AD" clId="Web-{A35896A7-3126-4016-6DE5-9562C28CE10A}" dt="2025-10-27T02:58:08.486" v="643"/>
          <ac:spMkLst>
            <pc:docMk/>
            <pc:sldMk cId="1524510511" sldId="272"/>
            <ac:spMk id="3" creationId="{4192F556-65D5-E78A-174C-BE4CA08113C1}"/>
          </ac:spMkLst>
        </pc:spChg>
        <pc:picChg chg="add mod ord">
          <ac:chgData name="Chandra Prakash Bathula" userId="S::chandraprakash.bathula@slu.edu::1bbcd802-b19d-4007-8ff4-9de30793bbb6" providerId="AD" clId="Web-{A35896A7-3126-4016-6DE5-9562C28CE10A}" dt="2025-10-27T02:58:08.486" v="643"/>
          <ac:picMkLst>
            <pc:docMk/>
            <pc:sldMk cId="1524510511" sldId="272"/>
            <ac:picMk id="4" creationId="{7644C9C8-AE82-A38D-A4AA-E816DA439431}"/>
          </ac:picMkLst>
        </pc:picChg>
      </pc:sldChg>
      <pc:sldChg chg="addSp delSp modSp new mod ord setBg">
        <pc:chgData name="Chandra Prakash Bathula" userId="S::chandraprakash.bathula@slu.edu::1bbcd802-b19d-4007-8ff4-9de30793bbb6" providerId="AD" clId="Web-{A35896A7-3126-4016-6DE5-9562C28CE10A}" dt="2025-10-27T03:02:46.988" v="698" actId="1076"/>
        <pc:sldMkLst>
          <pc:docMk/>
          <pc:sldMk cId="4022757963" sldId="273"/>
        </pc:sldMkLst>
        <pc:spChg chg="mod">
          <ac:chgData name="Chandra Prakash Bathula" userId="S::chandraprakash.bathula@slu.edu::1bbcd802-b19d-4007-8ff4-9de30793bbb6" providerId="AD" clId="Web-{A35896A7-3126-4016-6DE5-9562C28CE10A}" dt="2025-10-27T03:02:43.504" v="696"/>
          <ac:spMkLst>
            <pc:docMk/>
            <pc:sldMk cId="4022757963" sldId="273"/>
            <ac:spMk id="2" creationId="{E593FB0B-3BE7-4ACE-291A-1B6821A6E65C}"/>
          </ac:spMkLst>
        </pc:spChg>
        <pc:spChg chg="mod">
          <ac:chgData name="Chandra Prakash Bathula" userId="S::chandraprakash.bathula@slu.edu::1bbcd802-b19d-4007-8ff4-9de30793bbb6" providerId="AD" clId="Web-{A35896A7-3126-4016-6DE5-9562C28CE10A}" dt="2025-10-27T03:02:43.504" v="696"/>
          <ac:spMkLst>
            <pc:docMk/>
            <pc:sldMk cId="4022757963" sldId="273"/>
            <ac:spMk id="3" creationId="{188DF3F7-A551-398B-1D52-3D9E77D45EF5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2:43.504" v="696"/>
          <ac:spMkLst>
            <pc:docMk/>
            <pc:sldMk cId="4022757963" sldId="273"/>
            <ac:spMk id="10" creationId="{352BEC0E-22F8-46D0-9632-375DB541B06C}"/>
          </ac:spMkLst>
        </pc:spChg>
        <pc:spChg chg="add">
          <ac:chgData name="Chandra Prakash Bathula" userId="S::chandraprakash.bathula@slu.edu::1bbcd802-b19d-4007-8ff4-9de30793bbb6" providerId="AD" clId="Web-{A35896A7-3126-4016-6DE5-9562C28CE10A}" dt="2025-10-27T03:02:43.504" v="696"/>
          <ac:spMkLst>
            <pc:docMk/>
            <pc:sldMk cId="4022757963" sldId="273"/>
            <ac:spMk id="12" creationId="{3FCFB1DE-0B7E-48CC-BA90-B2AB0889F9D6}"/>
          </ac:spMkLst>
        </pc:spChg>
        <pc:picChg chg="add mod">
          <ac:chgData name="Chandra Prakash Bathula" userId="S::chandraprakash.bathula@slu.edu::1bbcd802-b19d-4007-8ff4-9de30793bbb6" providerId="AD" clId="Web-{A35896A7-3126-4016-6DE5-9562C28CE10A}" dt="2025-10-27T03:02:46.988" v="698" actId="1076"/>
          <ac:picMkLst>
            <pc:docMk/>
            <pc:sldMk cId="4022757963" sldId="273"/>
            <ac:picMk id="4" creationId="{D7B82D17-675F-C8C0-1A74-2FD105D8D0C1}"/>
          </ac:picMkLst>
        </pc:picChg>
        <pc:picChg chg="add del mod">
          <ac:chgData name="Chandra Prakash Bathula" userId="S::chandraprakash.bathula@slu.edu::1bbcd802-b19d-4007-8ff4-9de30793bbb6" providerId="AD" clId="Web-{A35896A7-3126-4016-6DE5-9562C28CE10A}" dt="2025-10-27T03:02:45.285" v="697"/>
          <ac:picMkLst>
            <pc:docMk/>
            <pc:sldMk cId="4022757963" sldId="273"/>
            <ac:picMk id="5" creationId="{EE4F3ECD-FC60-6344-D235-0DDE5E3EA39E}"/>
          </ac:picMkLst>
        </pc:picChg>
      </pc:sldChg>
    </pc:docChg>
  </pc:docChgLst>
  <pc:docChgLst>
    <pc:chgData name="Chandra Prakash Bathula" userId="S::chandraprakash.bathula@slu.edu::1bbcd802-b19d-4007-8ff4-9de30793bbb6" providerId="AD" clId="Web-{C947F906-24A6-11CE-B5F1-5DC72121C503}"/>
    <pc:docChg chg="modSld">
      <pc:chgData name="Chandra Prakash Bathula" userId="S::chandraprakash.bathula@slu.edu::1bbcd802-b19d-4007-8ff4-9de30793bbb6" providerId="AD" clId="Web-{C947F906-24A6-11CE-B5F1-5DC72121C503}" dt="2025-10-27T03:36:21.417" v="10"/>
      <pc:docMkLst>
        <pc:docMk/>
      </pc:docMkLst>
      <pc:sldChg chg="addSp delSp modSp mod setBg setClrOvrMap">
        <pc:chgData name="Chandra Prakash Bathula" userId="S::chandraprakash.bathula@slu.edu::1bbcd802-b19d-4007-8ff4-9de30793bbb6" providerId="AD" clId="Web-{C947F906-24A6-11CE-B5F1-5DC72121C503}" dt="2025-10-27T03:34:47.509" v="2"/>
        <pc:sldMkLst>
          <pc:docMk/>
          <pc:sldMk cId="109857222" sldId="256"/>
        </pc:sldMkLst>
        <pc:spChg chg="mod">
          <ac:chgData name="Chandra Prakash Bathula" userId="S::chandraprakash.bathula@slu.edu::1bbcd802-b19d-4007-8ff4-9de30793bbb6" providerId="AD" clId="Web-{C947F906-24A6-11CE-B5F1-5DC72121C503}" dt="2025-10-27T03:34:47.509" v="2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andra Prakash Bathula" userId="S::chandraprakash.bathula@slu.edu::1bbcd802-b19d-4007-8ff4-9de30793bbb6" providerId="AD" clId="Web-{C947F906-24A6-11CE-B5F1-5DC72121C503}" dt="2025-10-27T03:34:47.509" v="2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Chandra Prakash Bathula" userId="S::chandraprakash.bathula@slu.edu::1bbcd802-b19d-4007-8ff4-9de30793bbb6" providerId="AD" clId="Web-{C947F906-24A6-11CE-B5F1-5DC72121C503}" dt="2025-10-27T03:34:47.509" v="2"/>
          <ac:spMkLst>
            <pc:docMk/>
            <pc:sldMk cId="109857222" sldId="256"/>
            <ac:spMk id="9" creationId="{71B2258F-86CA-4D4D-8270-BC05FCDEBFB3}"/>
          </ac:spMkLst>
        </pc:spChg>
        <pc:spChg chg="add del">
          <ac:chgData name="Chandra Prakash Bathula" userId="S::chandraprakash.bathula@slu.edu::1bbcd802-b19d-4007-8ff4-9de30793bbb6" providerId="AD" clId="Web-{C947F906-24A6-11CE-B5F1-5DC72121C503}" dt="2025-10-27T03:34:47.494" v="1"/>
          <ac:spMkLst>
            <pc:docMk/>
            <pc:sldMk cId="109857222" sldId="256"/>
            <ac:spMk id="15" creationId="{6F828D28-8E09-41CC-8229-3070B5467A96}"/>
          </ac:spMkLst>
        </pc:spChg>
        <pc:spChg chg="add del">
          <ac:chgData name="Chandra Prakash Bathula" userId="S::chandraprakash.bathula@slu.edu::1bbcd802-b19d-4007-8ff4-9de30793bbb6" providerId="AD" clId="Web-{C947F906-24A6-11CE-B5F1-5DC72121C503}" dt="2025-10-27T03:34:47.494" v="1"/>
          <ac:spMkLst>
            <pc:docMk/>
            <pc:sldMk cId="109857222" sldId="256"/>
            <ac:spMk id="17" creationId="{D5B012D8-7F27-4758-9AC6-C889B154BD73}"/>
          </ac:spMkLst>
        </pc:spChg>
        <pc:spChg chg="add del">
          <ac:chgData name="Chandra Prakash Bathula" userId="S::chandraprakash.bathula@slu.edu::1bbcd802-b19d-4007-8ff4-9de30793bbb6" providerId="AD" clId="Web-{C947F906-24A6-11CE-B5F1-5DC72121C503}" dt="2025-10-27T03:34:47.494" v="1"/>
          <ac:spMkLst>
            <pc:docMk/>
            <pc:sldMk cId="109857222" sldId="256"/>
            <ac:spMk id="19" creationId="{4063B759-00FC-46D1-9898-8E8625268FAF}"/>
          </ac:spMkLst>
        </pc:spChg>
        <pc:spChg chg="add">
          <ac:chgData name="Chandra Prakash Bathula" userId="S::chandraprakash.bathula@slu.edu::1bbcd802-b19d-4007-8ff4-9de30793bbb6" providerId="AD" clId="Web-{C947F906-24A6-11CE-B5F1-5DC72121C503}" dt="2025-10-27T03:34:47.509" v="2"/>
          <ac:spMkLst>
            <pc:docMk/>
            <pc:sldMk cId="109857222" sldId="256"/>
            <ac:spMk id="21" creationId="{3A930249-8242-4E2B-AF17-C01826488321}"/>
          </ac:spMkLst>
        </pc:spChg>
        <pc:spChg chg="add">
          <ac:chgData name="Chandra Prakash Bathula" userId="S::chandraprakash.bathula@slu.edu::1bbcd802-b19d-4007-8ff4-9de30793bbb6" providerId="AD" clId="Web-{C947F906-24A6-11CE-B5F1-5DC72121C503}" dt="2025-10-27T03:34:47.509" v="2"/>
          <ac:spMkLst>
            <pc:docMk/>
            <pc:sldMk cId="109857222" sldId="256"/>
            <ac:spMk id="22" creationId="{A5BDD999-C5E1-4B3E-A710-768673819165}"/>
          </ac:spMkLst>
        </pc:spChg>
        <pc:picChg chg="add del">
          <ac:chgData name="Chandra Prakash Bathula" userId="S::chandraprakash.bathula@slu.edu::1bbcd802-b19d-4007-8ff4-9de30793bbb6" providerId="AD" clId="Web-{C947F906-24A6-11CE-B5F1-5DC72121C503}" dt="2025-10-27T03:34:47.494" v="1"/>
          <ac:picMkLst>
            <pc:docMk/>
            <pc:sldMk cId="109857222" sldId="256"/>
            <ac:picMk id="11" creationId="{FADDD0B6-2771-21AC-D92E-EA4364A1ABAE}"/>
          </ac:picMkLst>
        </pc:picChg>
        <pc:picChg chg="add">
          <ac:chgData name="Chandra Prakash Bathula" userId="S::chandraprakash.bathula@slu.edu::1bbcd802-b19d-4007-8ff4-9de30793bbb6" providerId="AD" clId="Web-{C947F906-24A6-11CE-B5F1-5DC72121C503}" dt="2025-10-27T03:34:47.509" v="2"/>
          <ac:picMkLst>
            <pc:docMk/>
            <pc:sldMk cId="109857222" sldId="256"/>
            <ac:picMk id="23" creationId="{026FC630-C151-773D-7F6E-DBE05A314F4D}"/>
          </ac:picMkLst>
        </pc:picChg>
      </pc:sldChg>
      <pc:sldChg chg="addSp delSp modSp">
        <pc:chgData name="Chandra Prakash Bathula" userId="S::chandraprakash.bathula@slu.edu::1bbcd802-b19d-4007-8ff4-9de30793bbb6" providerId="AD" clId="Web-{C947F906-24A6-11CE-B5F1-5DC72121C503}" dt="2025-10-27T03:36:21.417" v="10"/>
        <pc:sldMkLst>
          <pc:docMk/>
          <pc:sldMk cId="213228600" sldId="259"/>
        </pc:sldMkLst>
        <pc:spChg chg="mod">
          <ac:chgData name="Chandra Prakash Bathula" userId="S::chandraprakash.bathula@slu.edu::1bbcd802-b19d-4007-8ff4-9de30793bbb6" providerId="AD" clId="Web-{C947F906-24A6-11CE-B5F1-5DC72121C503}" dt="2025-10-27T03:36:21.417" v="10"/>
          <ac:spMkLst>
            <pc:docMk/>
            <pc:sldMk cId="213228600" sldId="259"/>
            <ac:spMk id="2" creationId="{0F112F77-8406-5FA2-B597-22A28064D072}"/>
          </ac:spMkLst>
        </pc:spChg>
        <pc:spChg chg="mod">
          <ac:chgData name="Chandra Prakash Bathula" userId="S::chandraprakash.bathula@slu.edu::1bbcd802-b19d-4007-8ff4-9de30793bbb6" providerId="AD" clId="Web-{C947F906-24A6-11CE-B5F1-5DC72121C503}" dt="2025-10-27T03:36:21.417" v="10"/>
          <ac:spMkLst>
            <pc:docMk/>
            <pc:sldMk cId="213228600" sldId="259"/>
            <ac:spMk id="3" creationId="{C9A4500A-EC0F-921E-696B-D27D9F12C915}"/>
          </ac:spMkLst>
        </pc:spChg>
        <pc:spChg chg="add">
          <ac:chgData name="Chandra Prakash Bathula" userId="S::chandraprakash.bathula@slu.edu::1bbcd802-b19d-4007-8ff4-9de30793bbb6" providerId="AD" clId="Web-{C947F906-24A6-11CE-B5F1-5DC72121C503}" dt="2025-10-27T03:36:21.417" v="10"/>
          <ac:spMkLst>
            <pc:docMk/>
            <pc:sldMk cId="213228600" sldId="259"/>
            <ac:spMk id="15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C947F906-24A6-11CE-B5F1-5DC72121C503}" dt="2025-10-27T03:36:21.417" v="10"/>
          <ac:spMkLst>
            <pc:docMk/>
            <pc:sldMk cId="213228600" sldId="259"/>
            <ac:spMk id="17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C947F906-24A6-11CE-B5F1-5DC72121C503}" dt="2025-10-27T03:36:21.417" v="10"/>
          <ac:spMkLst>
            <pc:docMk/>
            <pc:sldMk cId="213228600" sldId="259"/>
            <ac:spMk id="19" creationId="{E659831F-0D9A-4C63-9EBB-8435B85A440F}"/>
          </ac:spMkLst>
        </pc:spChg>
        <pc:spChg chg="add">
          <ac:chgData name="Chandra Prakash Bathula" userId="S::chandraprakash.bathula@slu.edu::1bbcd802-b19d-4007-8ff4-9de30793bbb6" providerId="AD" clId="Web-{C947F906-24A6-11CE-B5F1-5DC72121C503}" dt="2025-10-27T03:36:21.417" v="10"/>
          <ac:spMkLst>
            <pc:docMk/>
            <pc:sldMk cId="213228600" sldId="259"/>
            <ac:spMk id="21" creationId="{E6995CE5-F890-4ABA-82A2-26507CE8D2A3}"/>
          </ac:spMkLst>
        </pc:spChg>
        <pc:picChg chg="mod">
          <ac:chgData name="Chandra Prakash Bathula" userId="S::chandraprakash.bathula@slu.edu::1bbcd802-b19d-4007-8ff4-9de30793bbb6" providerId="AD" clId="Web-{C947F906-24A6-11CE-B5F1-5DC72121C503}" dt="2025-10-27T03:36:21.417" v="10"/>
          <ac:picMkLst>
            <pc:docMk/>
            <pc:sldMk cId="213228600" sldId="259"/>
            <ac:picMk id="5" creationId="{6E69D1DC-FD2B-5020-BF67-E6CE7A3A96D1}"/>
          </ac:picMkLst>
        </pc:picChg>
        <pc:cxnChg chg="del">
          <ac:chgData name="Chandra Prakash Bathula" userId="S::chandraprakash.bathula@slu.edu::1bbcd802-b19d-4007-8ff4-9de30793bbb6" providerId="AD" clId="Web-{C947F906-24A6-11CE-B5F1-5DC72121C503}" dt="2025-10-27T03:36:21.417" v="10"/>
          <ac:cxnSpMkLst>
            <pc:docMk/>
            <pc:sldMk cId="213228600" sldId="259"/>
            <ac:cxnSpMk id="10" creationId="{37C77032-C865-6057-7D7A-E2743CFA20F9}"/>
          </ac:cxnSpMkLst>
        </pc:cxnChg>
      </pc:sldChg>
    </pc:docChg>
  </pc:docChgLst>
  <pc:docChgLst>
    <pc:chgData name="Chandra Prakash Bathula" userId="S::chandraprakash.bathula@slu.edu::1bbcd802-b19d-4007-8ff4-9de30793bbb6" providerId="AD" clId="Web-{3D0E28F5-7494-86FC-8076-443B18BA0CBA}"/>
    <pc:docChg chg="modSld">
      <pc:chgData name="Chandra Prakash Bathula" userId="S::chandraprakash.bathula@slu.edu::1bbcd802-b19d-4007-8ff4-9de30793bbb6" providerId="AD" clId="Web-{3D0E28F5-7494-86FC-8076-443B18BA0CBA}" dt="2025-10-27T03:32:30.175" v="94"/>
      <pc:docMkLst>
        <pc:docMk/>
      </pc:docMkLst>
      <pc:sldChg chg="addSp modSp mod setBg setClrOvrMap">
        <pc:chgData name="Chandra Prakash Bathula" userId="S::chandraprakash.bathula@slu.edu::1bbcd802-b19d-4007-8ff4-9de30793bbb6" providerId="AD" clId="Web-{3D0E28F5-7494-86FC-8076-443B18BA0CBA}" dt="2025-10-27T03:32:30.175" v="94"/>
        <pc:sldMkLst>
          <pc:docMk/>
          <pc:sldMk cId="109857222" sldId="256"/>
        </pc:sldMkLst>
        <pc:spChg chg="mod">
          <ac:chgData name="Chandra Prakash Bathula" userId="S::chandraprakash.bathula@slu.edu::1bbcd802-b19d-4007-8ff4-9de30793bbb6" providerId="AD" clId="Web-{3D0E28F5-7494-86FC-8076-443B18BA0CBA}" dt="2025-10-27T03:32:30.175" v="94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andra Prakash Bathula" userId="S::chandraprakash.bathula@slu.edu::1bbcd802-b19d-4007-8ff4-9de30793bbb6" providerId="AD" clId="Web-{3D0E28F5-7494-86FC-8076-443B18BA0CBA}" dt="2025-10-27T03:32:30.175" v="94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32:30.175" v="94"/>
          <ac:spMkLst>
            <pc:docMk/>
            <pc:sldMk cId="109857222" sldId="256"/>
            <ac:spMk id="9" creationId="{71B2258F-86CA-4D4D-8270-BC05FCDEBFB3}"/>
          </ac:spMkLst>
        </pc:spChg>
        <pc:picChg chg="add mod ord">
          <ac:chgData name="Chandra Prakash Bathula" userId="S::chandraprakash.bathula@slu.edu::1bbcd802-b19d-4007-8ff4-9de30793bbb6" providerId="AD" clId="Web-{3D0E28F5-7494-86FC-8076-443B18BA0CBA}" dt="2025-10-27T03:32:30.175" v="94"/>
          <ac:picMkLst>
            <pc:docMk/>
            <pc:sldMk cId="109857222" sldId="256"/>
            <ac:picMk id="4" creationId="{9F8AFD79-6CD7-DC56-59C9-373E621E9A33}"/>
          </ac:picMkLst>
        </pc:picChg>
      </pc:sldChg>
      <pc:sldChg chg="addSp modSp mod setBg">
        <pc:chgData name="Chandra Prakash Bathula" userId="S::chandraprakash.bathula@slu.edu::1bbcd802-b19d-4007-8ff4-9de30793bbb6" providerId="AD" clId="Web-{3D0E28F5-7494-86FC-8076-443B18BA0CBA}" dt="2025-10-27T03:25:07.285" v="19"/>
        <pc:sldMkLst>
          <pc:docMk/>
          <pc:sldMk cId="3542504980" sldId="258"/>
        </pc:sldMkLst>
        <pc:spChg chg="mo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2" creationId="{46C1FD69-D374-65CC-59AD-D1AF78B2012F}"/>
          </ac:spMkLst>
        </pc:spChg>
        <pc:spChg chg="mo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3" creationId="{7AB33F2E-79BC-CBF1-0FF3-AD26EE1E85F1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9" creationId="{C4285719-470E-454C-AF62-8323075F1F5B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11" creationId="{CD9FE4EF-C4D8-49A0-B2FF-81D8DB7D8A24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13" creationId="{4300840D-0A0B-4512-BACA-B439D5B9C57C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15" creationId="{D2B78728-A580-49A7-84F9-6EF6F583ADE0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17" creationId="{38FAA1A1-D861-433F-88FA-1E9D6FD31D11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5:07.285" v="19"/>
          <ac:spMkLst>
            <pc:docMk/>
            <pc:sldMk cId="3542504980" sldId="258"/>
            <ac:spMk id="19" creationId="{8D71EDA1-87BF-4D5D-AB79-F346FD19278A}"/>
          </ac:spMkLst>
        </pc:spChg>
        <pc:picChg chg="add mod">
          <ac:chgData name="Chandra Prakash Bathula" userId="S::chandraprakash.bathula@slu.edu::1bbcd802-b19d-4007-8ff4-9de30793bbb6" providerId="AD" clId="Web-{3D0E28F5-7494-86FC-8076-443B18BA0CBA}" dt="2025-10-27T03:25:07.285" v="19"/>
          <ac:picMkLst>
            <pc:docMk/>
            <pc:sldMk cId="3542504980" sldId="258"/>
            <ac:picMk id="4" creationId="{BEC81CBA-44B3-4B6B-4371-A3F0465C764E}"/>
          </ac:picMkLst>
        </pc:picChg>
      </pc:sldChg>
      <pc:sldChg chg="addSp modSp">
        <pc:chgData name="Chandra Prakash Bathula" userId="S::chandraprakash.bathula@slu.edu::1bbcd802-b19d-4007-8ff4-9de30793bbb6" providerId="AD" clId="Web-{3D0E28F5-7494-86FC-8076-443B18BA0CBA}" dt="2025-10-27T03:24:30.457" v="17" actId="1076"/>
        <pc:sldMkLst>
          <pc:docMk/>
          <pc:sldMk cId="894594585" sldId="263"/>
        </pc:sldMkLst>
        <pc:picChg chg="mod">
          <ac:chgData name="Chandra Prakash Bathula" userId="S::chandraprakash.bathula@slu.edu::1bbcd802-b19d-4007-8ff4-9de30793bbb6" providerId="AD" clId="Web-{3D0E28F5-7494-86FC-8076-443B18BA0CBA}" dt="2025-10-27T03:24:28.661" v="16" actId="1076"/>
          <ac:picMkLst>
            <pc:docMk/>
            <pc:sldMk cId="894594585" sldId="263"/>
            <ac:picMk id="4" creationId="{A941D09B-0020-7D26-87F4-82A1359DF8C7}"/>
          </ac:picMkLst>
        </pc:picChg>
        <pc:picChg chg="mod">
          <ac:chgData name="Chandra Prakash Bathula" userId="S::chandraprakash.bathula@slu.edu::1bbcd802-b19d-4007-8ff4-9de30793bbb6" providerId="AD" clId="Web-{3D0E28F5-7494-86FC-8076-443B18BA0CBA}" dt="2025-10-27T03:24:19.786" v="12" actId="1076"/>
          <ac:picMkLst>
            <pc:docMk/>
            <pc:sldMk cId="894594585" sldId="263"/>
            <ac:picMk id="5" creationId="{01277704-FF06-E242-BE2C-05FE9D9E59DD}"/>
          </ac:picMkLst>
        </pc:picChg>
        <pc:picChg chg="add mod">
          <ac:chgData name="Chandra Prakash Bathula" userId="S::chandraprakash.bathula@slu.edu::1bbcd802-b19d-4007-8ff4-9de30793bbb6" providerId="AD" clId="Web-{3D0E28F5-7494-86FC-8076-443B18BA0CBA}" dt="2025-10-27T03:24:30.457" v="17" actId="1076"/>
          <ac:picMkLst>
            <pc:docMk/>
            <pc:sldMk cId="894594585" sldId="263"/>
            <ac:picMk id="6" creationId="{B2FB9CCA-08A9-9D21-10D6-8DC8EBF94A49}"/>
          </ac:picMkLst>
        </pc:picChg>
        <pc:picChg chg="add mod">
          <ac:chgData name="Chandra Prakash Bathula" userId="S::chandraprakash.bathula@slu.edu::1bbcd802-b19d-4007-8ff4-9de30793bbb6" providerId="AD" clId="Web-{3D0E28F5-7494-86FC-8076-443B18BA0CBA}" dt="2025-10-27T03:24:13.301" v="9" actId="1076"/>
          <ac:picMkLst>
            <pc:docMk/>
            <pc:sldMk cId="894594585" sldId="263"/>
            <ac:picMk id="9" creationId="{564302A2-1FC9-C29E-374C-BC0A61F0DA32}"/>
          </ac:picMkLst>
        </pc:picChg>
      </pc:sldChg>
      <pc:sldChg chg="addSp modSp mod setBg">
        <pc:chgData name="Chandra Prakash Bathula" userId="S::chandraprakash.bathula@slu.edu::1bbcd802-b19d-4007-8ff4-9de30793bbb6" providerId="AD" clId="Web-{3D0E28F5-7494-86FC-8076-443B18BA0CBA}" dt="2025-10-27T03:23:16.098" v="5"/>
        <pc:sldMkLst>
          <pc:docMk/>
          <pc:sldMk cId="1059895395" sldId="264"/>
        </pc:sldMkLst>
        <pc:spChg chg="mod">
          <ac:chgData name="Chandra Prakash Bathula" userId="S::chandraprakash.bathula@slu.edu::1bbcd802-b19d-4007-8ff4-9de30793bbb6" providerId="AD" clId="Web-{3D0E28F5-7494-86FC-8076-443B18BA0CBA}" dt="2025-10-27T03:23:16.098" v="5"/>
          <ac:spMkLst>
            <pc:docMk/>
            <pc:sldMk cId="1059895395" sldId="264"/>
            <ac:spMk id="2" creationId="{726284B6-60DA-4758-E5BB-637EF38063A9}"/>
          </ac:spMkLst>
        </pc:spChg>
        <pc:spChg chg="mod">
          <ac:chgData name="Chandra Prakash Bathula" userId="S::chandraprakash.bathula@slu.edu::1bbcd802-b19d-4007-8ff4-9de30793bbb6" providerId="AD" clId="Web-{3D0E28F5-7494-86FC-8076-443B18BA0CBA}" dt="2025-10-27T03:23:16.098" v="5"/>
          <ac:spMkLst>
            <pc:docMk/>
            <pc:sldMk cId="1059895395" sldId="264"/>
            <ac:spMk id="3" creationId="{CFB32941-02F8-A7FB-7FEE-54AD657B261E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3:16.098" v="5"/>
          <ac:spMkLst>
            <pc:docMk/>
            <pc:sldMk cId="1059895395" sldId="264"/>
            <ac:spMk id="10" creationId="{352BEC0E-22F8-46D0-9632-375DB541B06C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3:16.098" v="5"/>
          <ac:spMkLst>
            <pc:docMk/>
            <pc:sldMk cId="1059895395" sldId="264"/>
            <ac:spMk id="12" creationId="{3FCFB1DE-0B7E-48CC-BA90-B2AB0889F9D6}"/>
          </ac:spMkLst>
        </pc:spChg>
        <pc:picChg chg="add mod">
          <ac:chgData name="Chandra Prakash Bathula" userId="S::chandraprakash.bathula@slu.edu::1bbcd802-b19d-4007-8ff4-9de30793bbb6" providerId="AD" clId="Web-{3D0E28F5-7494-86FC-8076-443B18BA0CBA}" dt="2025-10-27T03:23:16.098" v="5"/>
          <ac:picMkLst>
            <pc:docMk/>
            <pc:sldMk cId="1059895395" sldId="264"/>
            <ac:picMk id="4" creationId="{0D3D5D27-E268-8F12-82C5-C078AA939427}"/>
          </ac:picMkLst>
        </pc:picChg>
        <pc:picChg chg="add mod">
          <ac:chgData name="Chandra Prakash Bathula" userId="S::chandraprakash.bathula@slu.edu::1bbcd802-b19d-4007-8ff4-9de30793bbb6" providerId="AD" clId="Web-{3D0E28F5-7494-86FC-8076-443B18BA0CBA}" dt="2025-10-27T03:23:16.098" v="5"/>
          <ac:picMkLst>
            <pc:docMk/>
            <pc:sldMk cId="1059895395" sldId="264"/>
            <ac:picMk id="5" creationId="{29947953-F2A2-AB91-AF5B-267D23862707}"/>
          </ac:picMkLst>
        </pc:picChg>
      </pc:sldChg>
      <pc:sldChg chg="addSp modSp mod setBg">
        <pc:chgData name="Chandra Prakash Bathula" userId="S::chandraprakash.bathula@slu.edu::1bbcd802-b19d-4007-8ff4-9de30793bbb6" providerId="AD" clId="Web-{3D0E28F5-7494-86FC-8076-443B18BA0CBA}" dt="2025-10-27T03:23:06.926" v="4"/>
        <pc:sldMkLst>
          <pc:docMk/>
          <pc:sldMk cId="4150601622" sldId="265"/>
        </pc:sldMkLst>
        <pc:spChg chg="mod">
          <ac:chgData name="Chandra Prakash Bathula" userId="S::chandraprakash.bathula@slu.edu::1bbcd802-b19d-4007-8ff4-9de30793bbb6" providerId="AD" clId="Web-{3D0E28F5-7494-86FC-8076-443B18BA0CBA}" dt="2025-10-27T03:23:06.926" v="4"/>
          <ac:spMkLst>
            <pc:docMk/>
            <pc:sldMk cId="4150601622" sldId="265"/>
            <ac:spMk id="2" creationId="{47FC8CB5-EF3C-F79B-0EFF-1441EBA69959}"/>
          </ac:spMkLst>
        </pc:spChg>
        <pc:spChg chg="mod">
          <ac:chgData name="Chandra Prakash Bathula" userId="S::chandraprakash.bathula@slu.edu::1bbcd802-b19d-4007-8ff4-9de30793bbb6" providerId="AD" clId="Web-{3D0E28F5-7494-86FC-8076-443B18BA0CBA}" dt="2025-10-27T03:23:06.926" v="4"/>
          <ac:spMkLst>
            <pc:docMk/>
            <pc:sldMk cId="4150601622" sldId="265"/>
            <ac:spMk id="3" creationId="{71FD4389-CA8A-55A2-16FB-4226658FD901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3:06.926" v="4"/>
          <ac:spMkLst>
            <pc:docMk/>
            <pc:sldMk cId="4150601622" sldId="265"/>
            <ac:spMk id="9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3:06.926" v="4"/>
          <ac:spMkLst>
            <pc:docMk/>
            <pc:sldMk cId="4150601622" sldId="265"/>
            <ac:spMk id="11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3:06.926" v="4"/>
          <ac:spMkLst>
            <pc:docMk/>
            <pc:sldMk cId="4150601622" sldId="265"/>
            <ac:spMk id="13" creationId="{E659831F-0D9A-4C63-9EBB-8435B85A440F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3:06.926" v="4"/>
          <ac:spMkLst>
            <pc:docMk/>
            <pc:sldMk cId="4150601622" sldId="265"/>
            <ac:spMk id="15" creationId="{E6995CE5-F890-4ABA-82A2-26507CE8D2A3}"/>
          </ac:spMkLst>
        </pc:spChg>
        <pc:picChg chg="add mod">
          <ac:chgData name="Chandra Prakash Bathula" userId="S::chandraprakash.bathula@slu.edu::1bbcd802-b19d-4007-8ff4-9de30793bbb6" providerId="AD" clId="Web-{3D0E28F5-7494-86FC-8076-443B18BA0CBA}" dt="2025-10-27T03:23:06.926" v="4"/>
          <ac:picMkLst>
            <pc:docMk/>
            <pc:sldMk cId="4150601622" sldId="265"/>
            <ac:picMk id="4" creationId="{4EEE4F3B-1B4C-BFDC-A7D8-1BC6D51AC10A}"/>
          </ac:picMkLst>
        </pc:picChg>
      </pc:sldChg>
      <pc:sldChg chg="addSp delSp modSp mod setBg">
        <pc:chgData name="Chandra Prakash Bathula" userId="S::chandraprakash.bathula@slu.edu::1bbcd802-b19d-4007-8ff4-9de30793bbb6" providerId="AD" clId="Web-{3D0E28F5-7494-86FC-8076-443B18BA0CBA}" dt="2025-10-27T03:26:57.427" v="84" actId="20577"/>
        <pc:sldMkLst>
          <pc:docMk/>
          <pc:sldMk cId="2374102893" sldId="266"/>
        </pc:sldMkLst>
        <pc:spChg chg="mod">
          <ac:chgData name="Chandra Prakash Bathula" userId="S::chandraprakash.bathula@slu.edu::1bbcd802-b19d-4007-8ff4-9de30793bbb6" providerId="AD" clId="Web-{3D0E28F5-7494-86FC-8076-443B18BA0CBA}" dt="2025-10-27T03:26:23.505" v="23"/>
          <ac:spMkLst>
            <pc:docMk/>
            <pc:sldMk cId="2374102893" sldId="266"/>
            <ac:spMk id="2" creationId="{2EA32920-CEC2-15BC-5E5F-2621207CF041}"/>
          </ac:spMkLst>
        </pc:spChg>
        <pc:spChg chg="mod">
          <ac:chgData name="Chandra Prakash Bathula" userId="S::chandraprakash.bathula@slu.edu::1bbcd802-b19d-4007-8ff4-9de30793bbb6" providerId="AD" clId="Web-{3D0E28F5-7494-86FC-8076-443B18BA0CBA}" dt="2025-10-27T03:26:57.427" v="84" actId="20577"/>
          <ac:spMkLst>
            <pc:docMk/>
            <pc:sldMk cId="2374102893" sldId="266"/>
            <ac:spMk id="3" creationId="{C7E2F551-3519-18B4-E922-A67F7CF00BA7}"/>
          </ac:spMkLst>
        </pc:spChg>
        <pc:spChg chg="add del">
          <ac:chgData name="Chandra Prakash Bathula" userId="S::chandraprakash.bathula@slu.edu::1bbcd802-b19d-4007-8ff4-9de30793bbb6" providerId="AD" clId="Web-{3D0E28F5-7494-86FC-8076-443B18BA0CBA}" dt="2025-10-27T03:26:23.505" v="23"/>
          <ac:spMkLst>
            <pc:docMk/>
            <pc:sldMk cId="2374102893" sldId="266"/>
            <ac:spMk id="9" creationId="{D009D6D5-DAC2-4A8B-A17A-E206B9012D09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6:23.505" v="23"/>
          <ac:spMkLst>
            <pc:docMk/>
            <pc:sldMk cId="2374102893" sldId="266"/>
            <ac:spMk id="14" creationId="{D2B783EE-0239-4717-BBEA-8C9EAC61C824}"/>
          </ac:spMkLst>
        </pc:spChg>
        <pc:spChg chg="add del">
          <ac:chgData name="Chandra Prakash Bathula" userId="S::chandraprakash.bathula@slu.edu::1bbcd802-b19d-4007-8ff4-9de30793bbb6" providerId="AD" clId="Web-{3D0E28F5-7494-86FC-8076-443B18BA0CBA}" dt="2025-10-27T03:26:25.880" v="24"/>
          <ac:spMkLst>
            <pc:docMk/>
            <pc:sldMk cId="2374102893" sldId="266"/>
            <ac:spMk id="16" creationId="{A7B99495-F43F-4D80-A44F-2CB4764EB90B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6:23.505" v="23"/>
          <ac:spMkLst>
            <pc:docMk/>
            <pc:sldMk cId="2374102893" sldId="266"/>
            <ac:spMk id="18" creationId="{70BEB1E7-2F88-40BC-B73D-42E5B6F80BFC}"/>
          </ac:spMkLst>
        </pc:spChg>
        <pc:picChg chg="add mod">
          <ac:chgData name="Chandra Prakash Bathula" userId="S::chandraprakash.bathula@slu.edu::1bbcd802-b19d-4007-8ff4-9de30793bbb6" providerId="AD" clId="Web-{3D0E28F5-7494-86FC-8076-443B18BA0CBA}" dt="2025-10-27T03:26:23.505" v="23"/>
          <ac:picMkLst>
            <pc:docMk/>
            <pc:sldMk cId="2374102893" sldId="266"/>
            <ac:picMk id="4" creationId="{C45BFE68-2198-E3C3-1A98-83D52D5B6D52}"/>
          </ac:picMkLst>
        </pc:picChg>
        <pc:picChg chg="add mod">
          <ac:chgData name="Chandra Prakash Bathula" userId="S::chandraprakash.bathula@slu.edu::1bbcd802-b19d-4007-8ff4-9de30793bbb6" providerId="AD" clId="Web-{3D0E28F5-7494-86FC-8076-443B18BA0CBA}" dt="2025-10-27T03:26:23.505" v="23"/>
          <ac:picMkLst>
            <pc:docMk/>
            <pc:sldMk cId="2374102893" sldId="266"/>
            <ac:picMk id="5" creationId="{DCF6A852-3054-8AC1-2B5F-4C0C52EE7124}"/>
          </ac:picMkLst>
        </pc:picChg>
      </pc:sldChg>
      <pc:sldChg chg="addSp modSp mod setBg">
        <pc:chgData name="Chandra Prakash Bathula" userId="S::chandraprakash.bathula@slu.edu::1bbcd802-b19d-4007-8ff4-9de30793bbb6" providerId="AD" clId="Web-{3D0E28F5-7494-86FC-8076-443B18BA0CBA}" dt="2025-10-27T03:27:17.755" v="85"/>
        <pc:sldMkLst>
          <pc:docMk/>
          <pc:sldMk cId="2023884569" sldId="269"/>
        </pc:sldMkLst>
        <pc:spChg chg="mod">
          <ac:chgData name="Chandra Prakash Bathula" userId="S::chandraprakash.bathula@slu.edu::1bbcd802-b19d-4007-8ff4-9de30793bbb6" providerId="AD" clId="Web-{3D0E28F5-7494-86FC-8076-443B18BA0CBA}" dt="2025-10-27T03:27:17.755" v="85"/>
          <ac:spMkLst>
            <pc:docMk/>
            <pc:sldMk cId="2023884569" sldId="269"/>
            <ac:spMk id="2" creationId="{4E5DA8FD-6F4F-0A24-BB88-477443F1A14F}"/>
          </ac:spMkLst>
        </pc:spChg>
        <pc:spChg chg="mod">
          <ac:chgData name="Chandra Prakash Bathula" userId="S::chandraprakash.bathula@slu.edu::1bbcd802-b19d-4007-8ff4-9de30793bbb6" providerId="AD" clId="Web-{3D0E28F5-7494-86FC-8076-443B18BA0CBA}" dt="2025-10-27T03:27:17.755" v="85"/>
          <ac:spMkLst>
            <pc:docMk/>
            <pc:sldMk cId="2023884569" sldId="269"/>
            <ac:spMk id="3" creationId="{F5383C74-F805-E9DC-8E38-06F45A49E4EC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7:17.755" v="85"/>
          <ac:spMkLst>
            <pc:docMk/>
            <pc:sldMk cId="2023884569" sldId="269"/>
            <ac:spMk id="9" creationId="{1E020063-2385-44AC-BD67-258E1F0B9FCE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7:17.755" v="85"/>
          <ac:spMkLst>
            <pc:docMk/>
            <pc:sldMk cId="2023884569" sldId="269"/>
            <ac:spMk id="11" creationId="{7E014A0B-5338-4077-AFE9-A90D04D4492B}"/>
          </ac:spMkLst>
        </pc:spChg>
        <pc:grpChg chg="add">
          <ac:chgData name="Chandra Prakash Bathula" userId="S::chandraprakash.bathula@slu.edu::1bbcd802-b19d-4007-8ff4-9de30793bbb6" providerId="AD" clId="Web-{3D0E28F5-7494-86FC-8076-443B18BA0CBA}" dt="2025-10-27T03:27:17.755" v="85"/>
          <ac:grpSpMkLst>
            <pc:docMk/>
            <pc:sldMk cId="2023884569" sldId="269"/>
            <ac:grpSpMk id="13" creationId="{78127680-150F-4A90-9950-F66392578116}"/>
          </ac:grpSpMkLst>
        </pc:grpChg>
        <pc:grpChg chg="add">
          <ac:chgData name="Chandra Prakash Bathula" userId="S::chandraprakash.bathula@slu.edu::1bbcd802-b19d-4007-8ff4-9de30793bbb6" providerId="AD" clId="Web-{3D0E28F5-7494-86FC-8076-443B18BA0CBA}" dt="2025-10-27T03:27:17.755" v="85"/>
          <ac:grpSpMkLst>
            <pc:docMk/>
            <pc:sldMk cId="2023884569" sldId="269"/>
            <ac:grpSpMk id="19" creationId="{466920E5-8640-4C24-A775-8647637094A7}"/>
          </ac:grpSpMkLst>
        </pc:grpChg>
        <pc:picChg chg="mod">
          <ac:chgData name="Chandra Prakash Bathula" userId="S::chandraprakash.bathula@slu.edu::1bbcd802-b19d-4007-8ff4-9de30793bbb6" providerId="AD" clId="Web-{3D0E28F5-7494-86FC-8076-443B18BA0CBA}" dt="2025-10-27T03:27:17.755" v="85"/>
          <ac:picMkLst>
            <pc:docMk/>
            <pc:sldMk cId="2023884569" sldId="269"/>
            <ac:picMk id="4" creationId="{5D254DF8-D94A-60AC-D144-F47FA42DDECE}"/>
          </ac:picMkLst>
        </pc:picChg>
      </pc:sldChg>
      <pc:sldChg chg="addSp modSp mod setBg">
        <pc:chgData name="Chandra Prakash Bathula" userId="S::chandraprakash.bathula@slu.edu::1bbcd802-b19d-4007-8ff4-9de30793bbb6" providerId="AD" clId="Web-{3D0E28F5-7494-86FC-8076-443B18BA0CBA}" dt="2025-10-27T03:27:28.395" v="86"/>
        <pc:sldMkLst>
          <pc:docMk/>
          <pc:sldMk cId="4258293478" sldId="270"/>
        </pc:sldMkLst>
        <pc:spChg chg="mod">
          <ac:chgData name="Chandra Prakash Bathula" userId="S::chandraprakash.bathula@slu.edu::1bbcd802-b19d-4007-8ff4-9de30793bbb6" providerId="AD" clId="Web-{3D0E28F5-7494-86FC-8076-443B18BA0CBA}" dt="2025-10-27T03:27:28.395" v="86"/>
          <ac:spMkLst>
            <pc:docMk/>
            <pc:sldMk cId="4258293478" sldId="270"/>
            <ac:spMk id="2" creationId="{65DD56C0-864A-A8D3-D54A-0FEC66208F72}"/>
          </ac:spMkLst>
        </pc:spChg>
        <pc:spChg chg="mod ord">
          <ac:chgData name="Chandra Prakash Bathula" userId="S::chandraprakash.bathula@slu.edu::1bbcd802-b19d-4007-8ff4-9de30793bbb6" providerId="AD" clId="Web-{3D0E28F5-7494-86FC-8076-443B18BA0CBA}" dt="2025-10-27T03:27:28.395" v="86"/>
          <ac:spMkLst>
            <pc:docMk/>
            <pc:sldMk cId="4258293478" sldId="270"/>
            <ac:spMk id="3" creationId="{7202B6A7-370E-8027-8A9F-272187DA0793}"/>
          </ac:spMkLst>
        </pc:spChg>
        <pc:spChg chg="add">
          <ac:chgData name="Chandra Prakash Bathula" userId="S::chandraprakash.bathula@slu.edu::1bbcd802-b19d-4007-8ff4-9de30793bbb6" providerId="AD" clId="Web-{3D0E28F5-7494-86FC-8076-443B18BA0CBA}" dt="2025-10-27T03:27:28.395" v="86"/>
          <ac:spMkLst>
            <pc:docMk/>
            <pc:sldMk cId="4258293478" sldId="270"/>
            <ac:spMk id="9" creationId="{E81BF4F6-F2CF-4984-9D14-D6966D92F99F}"/>
          </ac:spMkLst>
        </pc:spChg>
        <pc:picChg chg="mod">
          <ac:chgData name="Chandra Prakash Bathula" userId="S::chandraprakash.bathula@slu.edu::1bbcd802-b19d-4007-8ff4-9de30793bbb6" providerId="AD" clId="Web-{3D0E28F5-7494-86FC-8076-443B18BA0CBA}" dt="2025-10-27T03:27:28.395" v="86"/>
          <ac:picMkLst>
            <pc:docMk/>
            <pc:sldMk cId="4258293478" sldId="270"/>
            <ac:picMk id="4" creationId="{19BDA911-46A1-A508-1205-39E68169846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3" name="Picture 22" descr="Graph">
            <a:extLst>
              <a:ext uri="{FF2B5EF4-FFF2-40B4-BE49-F238E27FC236}">
                <a16:creationId xmlns:a16="http://schemas.microsoft.com/office/drawing/2014/main" id="{026FC630-C151-773D-7F6E-DBE05A314F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172" r="-2" b="3826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AA 5750 – Contemporary Issues in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How To Train your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AC7BF-6E64-C192-E3FD-6B25CE2F2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Training an MLP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56A8-B040-9618-0FEE-9E9510407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Define network architecture.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Initialize weights and biases.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Forward propagation: compute activations layer by layer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Compute loss using a differentiable loss function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Backpropagate errors to compute gradients.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Update weights using an optimizer.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Iterate over data multiple epochs until convergence</a:t>
            </a:r>
            <a:endParaRPr lang="en-US" sz="1700"/>
          </a:p>
          <a:p>
            <a:pPr>
              <a:buNone/>
            </a:pPr>
            <a:endParaRPr lang="en-US" sz="1700"/>
          </a:p>
        </p:txBody>
      </p:sp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2964DC7F-084E-F01D-B2BB-B5B47048F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821" y="2484255"/>
            <a:ext cx="4369699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5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12F77-8406-5FA2-B597-22A28064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Deep Neural Networks - Architecture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500A-EC0F-921E-696B-D27D9F12C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Classification (categorical output) vs Regression (continuous output) → determines final activation &amp; loss.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Choose number of layers &amp; neurons. Based on complexity of patterns. More layers → hierarchical representation learning.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Initialize weights &amp; biases properly.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Select activation functions intelligently.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Decide optimization &amp; training strategy.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Regularization &amp; normalization strategy.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Hyperparameter choices.</a:t>
            </a:r>
          </a:p>
        </p:txBody>
      </p:sp>
      <p:pic>
        <p:nvPicPr>
          <p:cNvPr id="5" name="Picture 4" descr="A diagram of a diagram of a layer&#10;&#10;AI-generated content may be incorrect.">
            <a:extLst>
              <a:ext uri="{FF2B5EF4-FFF2-40B4-BE49-F238E27FC236}">
                <a16:creationId xmlns:a16="http://schemas.microsoft.com/office/drawing/2014/main" id="{6E69D1DC-FD2B-5020-BF67-E6CE7A3A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646090"/>
            <a:ext cx="5150277" cy="13905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E2297-E493-226F-930F-5536FC67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4000"/>
              <a:t>Forward Propagation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89AFAB-4916-2E22-243B-7AF7E2DFA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Combines previous layer’s outputs using weights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Adds bias for shifting activation space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Applying Activation Function:</a:t>
            </a:r>
          </a:p>
          <a:p>
            <a:r>
              <a:rPr lang="en-US" sz="2000">
                <a:ea typeface="+mn-lt"/>
                <a:cs typeface="+mn-lt"/>
              </a:rPr>
              <a:t>Introduces </a:t>
            </a:r>
            <a:r>
              <a:rPr lang="en-US" sz="2000" b="1">
                <a:ea typeface="+mn-lt"/>
                <a:cs typeface="+mn-lt"/>
              </a:rPr>
              <a:t>non-linearity</a:t>
            </a:r>
            <a:r>
              <a:rPr lang="en-US" sz="2000">
                <a:ea typeface="+mn-lt"/>
                <a:cs typeface="+mn-lt"/>
              </a:rPr>
              <a:t> → enables complex decision boundaries.</a:t>
            </a:r>
          </a:p>
          <a:p>
            <a:pPr marL="0" indent="0">
              <a:buNone/>
            </a:pPr>
            <a:r>
              <a:rPr lang="en-US" sz="2000"/>
              <a:t>Define Loss Function for the Network: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A7C417-D37C-165E-C79B-884114029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1110197"/>
            <a:ext cx="4397433" cy="146214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067C87A-102E-3C36-8306-E946D09D2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3879369"/>
            <a:ext cx="4395569" cy="21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DB013-E038-11E7-845B-9F92DA1CB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en-US" sz="5400"/>
              <a:t>Backward Propagation – Optimizing Weights</a:t>
            </a:r>
          </a:p>
        </p:txBody>
      </p:sp>
      <p:pic>
        <p:nvPicPr>
          <p:cNvPr id="9" name="Picture 8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4D5BCEA4-AACC-C513-E4E6-7667A764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409" y="5383308"/>
            <a:ext cx="3532036" cy="1130251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F5933-6E51-D210-126B-9A6C728A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Uses </a:t>
            </a:r>
            <a:r>
              <a:rPr lang="en-US" sz="2000" b="1">
                <a:ea typeface="+mn-lt"/>
                <a:cs typeface="+mn-lt"/>
              </a:rPr>
              <a:t>chain rule</a:t>
            </a:r>
            <a:r>
              <a:rPr lang="en-US" sz="2000">
                <a:ea typeface="+mn-lt"/>
                <a:cs typeface="+mn-lt"/>
              </a:rPr>
              <a:t> to propagate error from output → input.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Computes </a:t>
            </a:r>
            <a:r>
              <a:rPr lang="en-US" sz="2000" b="1">
                <a:ea typeface="+mn-lt"/>
                <a:cs typeface="+mn-lt"/>
              </a:rPr>
              <a:t>partial derivatives</a:t>
            </a:r>
            <a:r>
              <a:rPr lang="en-US" sz="2000">
                <a:ea typeface="+mn-lt"/>
                <a:cs typeface="+mn-lt"/>
              </a:rPr>
              <a:t> w.r.t. each weight and bias.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Gradients show </a:t>
            </a:r>
            <a:r>
              <a:rPr lang="en-US" sz="2000" b="1">
                <a:ea typeface="+mn-lt"/>
                <a:cs typeface="+mn-lt"/>
              </a:rPr>
              <a:t>how much</a:t>
            </a:r>
            <a:r>
              <a:rPr lang="en-US" sz="2000">
                <a:ea typeface="+mn-lt"/>
                <a:cs typeface="+mn-lt"/>
              </a:rPr>
              <a:t> each parameter influenced error.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Weight updates move in the </a:t>
            </a:r>
            <a:r>
              <a:rPr lang="en-US" sz="2000" b="1">
                <a:ea typeface="+mn-lt"/>
                <a:cs typeface="+mn-lt"/>
              </a:rPr>
              <a:t>negative gradient direction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Applied layer-by-layer in </a:t>
            </a:r>
            <a:r>
              <a:rPr lang="en-US" sz="2000" b="1">
                <a:ea typeface="+mn-lt"/>
                <a:cs typeface="+mn-lt"/>
              </a:rPr>
              <a:t>reverse</a:t>
            </a:r>
            <a:r>
              <a:rPr lang="en-US" sz="2000">
                <a:ea typeface="+mn-lt"/>
                <a:cs typeface="+mn-lt"/>
              </a:rPr>
              <a:t> of forward pass.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Central to deep learning because weights are learned end-to-end.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D8F716-3AD0-73FE-320D-8499975C3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987" y="1909843"/>
            <a:ext cx="3715032" cy="3452704"/>
          </a:xfrm>
          <a:prstGeom prst="rect">
            <a:avLst/>
          </a:prstGeom>
        </p:spPr>
      </p:pic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28E7E8E-E93B-281E-FDDA-46F4E0AED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41" y="365025"/>
            <a:ext cx="3530309" cy="139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3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227C0-144F-07EB-02F6-AE8226B4C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Why Do Sigmoid, Tanh Fail in Some MLP Training Cases?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EC85A-BE26-5E08-EC9E-9DEEDFC8F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245" y="669363"/>
            <a:ext cx="3290579" cy="55342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latin typeface="Times New Roman"/>
                <a:ea typeface="+mn-lt"/>
                <a:cs typeface="+mn-lt"/>
              </a:rPr>
              <a:t>These activation functions give neural networks </a:t>
            </a:r>
            <a:r>
              <a:rPr lang="en-US" sz="1000" b="1">
                <a:latin typeface="Times New Roman"/>
                <a:ea typeface="+mn-lt"/>
                <a:cs typeface="+mn-lt"/>
              </a:rPr>
              <a:t>non-linearity</a:t>
            </a:r>
            <a:r>
              <a:rPr lang="en-US" sz="1000">
                <a:latin typeface="Times New Roman"/>
                <a:ea typeface="+mn-lt"/>
                <a:cs typeface="+mn-lt"/>
              </a:rPr>
              <a:t>, but each comes with </a:t>
            </a:r>
            <a:r>
              <a:rPr lang="en-US" sz="1000" b="1">
                <a:latin typeface="Times New Roman"/>
                <a:ea typeface="+mn-lt"/>
                <a:cs typeface="+mn-lt"/>
              </a:rPr>
              <a:t>mathematical limitations</a:t>
            </a:r>
            <a:r>
              <a:rPr lang="en-US" sz="1000">
                <a:latin typeface="Times New Roman"/>
                <a:ea typeface="+mn-lt"/>
                <a:cs typeface="+mn-lt"/>
              </a:rPr>
              <a:t> that can cause </a:t>
            </a:r>
            <a:r>
              <a:rPr lang="en-US" sz="1000" b="1">
                <a:latin typeface="Times New Roman"/>
                <a:ea typeface="+mn-lt"/>
                <a:cs typeface="+mn-lt"/>
              </a:rPr>
              <a:t>training failures</a:t>
            </a:r>
            <a:r>
              <a:rPr lang="en-US" sz="1000">
                <a:latin typeface="Times New Roman"/>
                <a:ea typeface="+mn-lt"/>
                <a:cs typeface="+mn-lt"/>
              </a:rPr>
              <a:t> in practice.</a:t>
            </a:r>
          </a:p>
          <a:p>
            <a:pPr marL="0" indent="0">
              <a:buNone/>
            </a:pPr>
            <a:r>
              <a:rPr lang="en-US" sz="1000" b="1">
                <a:latin typeface="Times New Roman"/>
                <a:cs typeface="Times New Roman"/>
              </a:rPr>
              <a:t>Sigmoid</a:t>
            </a:r>
            <a:r>
              <a:rPr lang="en-US" sz="1000">
                <a:latin typeface="Times New Roman"/>
                <a:cs typeface="Times New Roman"/>
              </a:rPr>
              <a:t>:</a:t>
            </a:r>
          </a:p>
          <a:p>
            <a:pPr marL="0" indent="0">
              <a:buNone/>
            </a:pPr>
            <a:r>
              <a:rPr lang="en-US" sz="1000" b="1">
                <a:latin typeface="Times New Roman"/>
                <a:ea typeface="+mn-lt"/>
                <a:cs typeface="+mn-lt"/>
              </a:rPr>
              <a:t>What it is:</a:t>
            </a:r>
            <a:br>
              <a:rPr lang="en-US" sz="1000" b="1">
                <a:latin typeface="Times New Roman"/>
                <a:ea typeface="+mn-lt"/>
                <a:cs typeface="+mn-lt"/>
              </a:rPr>
            </a:br>
            <a:r>
              <a:rPr lang="en-US" sz="1000" b="1">
                <a:latin typeface="Times New Roman"/>
                <a:ea typeface="+mn-lt"/>
                <a:cs typeface="+mn-lt"/>
              </a:rPr>
              <a:t> </a:t>
            </a:r>
            <a:r>
              <a:rPr lang="en-US" sz="1000">
                <a:latin typeface="Times New Roman"/>
                <a:ea typeface="+mn-lt"/>
                <a:cs typeface="+mn-lt"/>
              </a:rPr>
              <a:t>Maps any real value into (0, 1) — used for probabilities.</a:t>
            </a:r>
          </a:p>
          <a:p>
            <a:pPr>
              <a:buNone/>
            </a:pPr>
            <a:r>
              <a:rPr lang="en-US" sz="1000" b="1">
                <a:latin typeface="Times New Roman"/>
                <a:ea typeface="+mn-lt"/>
                <a:cs typeface="+mn-lt"/>
              </a:rPr>
              <a:t>Why it fails: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Vanishing gradients</a:t>
            </a:r>
            <a:br>
              <a:rPr lang="en-US" sz="1000">
                <a:latin typeface="Times New Roman"/>
                <a:ea typeface="+mn-lt"/>
                <a:cs typeface="+mn-lt"/>
              </a:rPr>
            </a:br>
            <a:r>
              <a:rPr lang="en-US" sz="1000">
                <a:latin typeface="Times New Roman"/>
                <a:ea typeface="+mn-lt"/>
                <a:cs typeface="+mn-lt"/>
              </a:rPr>
              <a:t> For large |z|, derivative ≈ 0 → backprop stalls in deep layers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Not zero-centered</a:t>
            </a:r>
            <a:br>
              <a:rPr lang="en-US" sz="1000">
                <a:latin typeface="Times New Roman"/>
                <a:ea typeface="+mn-lt"/>
                <a:cs typeface="+mn-lt"/>
              </a:rPr>
            </a:br>
            <a:r>
              <a:rPr lang="en-US" sz="1000">
                <a:latin typeface="Times New Roman"/>
                <a:ea typeface="+mn-lt"/>
                <a:cs typeface="+mn-lt"/>
              </a:rPr>
              <a:t> Causes zig-zagging updates → slower convergence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Saturates extremely quickly → hard to train deeper networks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Poor representation of negative values → limited expression power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 b="1">
                <a:latin typeface="Times New Roman"/>
                <a:cs typeface="Times New Roman"/>
              </a:rPr>
              <a:t>Tanh</a:t>
            </a:r>
            <a:r>
              <a:rPr lang="en-US" sz="1000">
                <a:latin typeface="Times New Roman"/>
                <a:cs typeface="Times New Roman"/>
              </a:rPr>
              <a:t>:</a:t>
            </a:r>
          </a:p>
          <a:p>
            <a:pPr marL="0" indent="0">
              <a:buNone/>
            </a:pPr>
            <a:r>
              <a:rPr lang="en-US" sz="1000" b="1">
                <a:latin typeface="Times New Roman"/>
                <a:ea typeface="+mn-lt"/>
                <a:cs typeface="+mn-lt"/>
              </a:rPr>
              <a:t>What it is:</a:t>
            </a:r>
            <a:br>
              <a:rPr lang="en-US" sz="1000" b="1">
                <a:latin typeface="Times New Roman"/>
                <a:ea typeface="+mn-lt"/>
                <a:cs typeface="+mn-lt"/>
              </a:rPr>
            </a:br>
            <a:r>
              <a:rPr lang="en-US" sz="1000">
                <a:latin typeface="Times New Roman"/>
                <a:ea typeface="+mn-lt"/>
                <a:cs typeface="+mn-lt"/>
              </a:rPr>
              <a:t> Zero-centered mapping into (-1, 1)</a:t>
            </a:r>
            <a:br>
              <a:rPr lang="en-US" sz="1000">
                <a:latin typeface="Times New Roman"/>
                <a:ea typeface="+mn-lt"/>
                <a:cs typeface="+mn-lt"/>
              </a:rPr>
            </a:br>
            <a:r>
              <a:rPr lang="en-US" sz="1000">
                <a:latin typeface="Times New Roman"/>
                <a:ea typeface="+mn-lt"/>
                <a:cs typeface="+mn-lt"/>
              </a:rPr>
              <a:t> Better than sigmoid in hidden layers.</a:t>
            </a:r>
          </a:p>
          <a:p>
            <a:pPr>
              <a:buNone/>
            </a:pPr>
            <a:r>
              <a:rPr lang="en-US" sz="1000" b="1">
                <a:latin typeface="Times New Roman"/>
                <a:ea typeface="+mn-lt"/>
                <a:cs typeface="+mn-lt"/>
              </a:rPr>
              <a:t>Why it fails: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Still </a:t>
            </a:r>
            <a:r>
              <a:rPr lang="en-US" sz="1000" b="1">
                <a:latin typeface="Times New Roman"/>
                <a:ea typeface="+mn-lt"/>
                <a:cs typeface="+mn-lt"/>
              </a:rPr>
              <a:t>saturates</a:t>
            </a:r>
            <a:r>
              <a:rPr lang="en-US" sz="1000">
                <a:latin typeface="Times New Roman"/>
                <a:ea typeface="+mn-lt"/>
                <a:cs typeface="+mn-lt"/>
              </a:rPr>
              <a:t> for large |z| → gradient ≈ 0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Suffers from </a:t>
            </a:r>
            <a:r>
              <a:rPr lang="en-US" sz="1000" b="1">
                <a:latin typeface="Times New Roman"/>
                <a:ea typeface="+mn-lt"/>
                <a:cs typeface="+mn-lt"/>
              </a:rPr>
              <a:t>vanishing gradients</a:t>
            </a:r>
            <a:r>
              <a:rPr lang="en-US" sz="1000">
                <a:latin typeface="Times New Roman"/>
                <a:ea typeface="+mn-lt"/>
                <a:cs typeface="+mn-lt"/>
              </a:rPr>
              <a:t> in deep networks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More expensive to compute</a:t>
            </a:r>
            <a:endParaRPr lang="en-US" sz="1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000">
                <a:latin typeface="Times New Roman"/>
                <a:ea typeface="+mn-lt"/>
                <a:cs typeface="+mn-lt"/>
              </a:rPr>
              <a:t>Can produce </a:t>
            </a:r>
            <a:r>
              <a:rPr lang="en-US" sz="1000" b="1">
                <a:latin typeface="Times New Roman"/>
                <a:ea typeface="+mn-lt"/>
                <a:cs typeface="+mn-lt"/>
              </a:rPr>
              <a:t>exploding activations</a:t>
            </a:r>
            <a:r>
              <a:rPr lang="en-US" sz="1000">
                <a:latin typeface="Times New Roman"/>
                <a:ea typeface="+mn-lt"/>
                <a:cs typeface="+mn-lt"/>
              </a:rPr>
              <a:t> if weights not initialized properly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000" b="1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77704-FF06-E242-BE2C-05FE9D9E5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071" y="2251737"/>
            <a:ext cx="1445829" cy="502467"/>
          </a:xfrm>
          <a:prstGeom prst="rect">
            <a:avLst/>
          </a:prstGeom>
        </p:spPr>
      </p:pic>
      <p:pic>
        <p:nvPicPr>
          <p:cNvPr id="4" name="Picture 3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A941D09B-0020-7D26-87F4-82A1359DF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89" y="5610347"/>
            <a:ext cx="1299587" cy="563299"/>
          </a:xfrm>
          <a:prstGeom prst="rect">
            <a:avLst/>
          </a:prstGeom>
        </p:spPr>
      </p:pic>
      <p:pic>
        <p:nvPicPr>
          <p:cNvPr id="6" name="Picture 5" descr="The Sigmoid and its Derivative | by Irene Markelic, PhD | Medium">
            <a:extLst>
              <a:ext uri="{FF2B5EF4-FFF2-40B4-BE49-F238E27FC236}">
                <a16:creationId xmlns:a16="http://schemas.microsoft.com/office/drawing/2014/main" id="{B2FB9CCA-08A9-9D21-10D6-8DC8EBF94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370" y="3331634"/>
            <a:ext cx="2743200" cy="2057400"/>
          </a:xfrm>
          <a:prstGeom prst="rect">
            <a:avLst/>
          </a:prstGeom>
        </p:spPr>
      </p:pic>
      <p:pic>
        <p:nvPicPr>
          <p:cNvPr id="9" name="Picture 8" descr="Python code: Sigmoid vs Tanh Vs Relu ...">
            <a:extLst>
              <a:ext uri="{FF2B5EF4-FFF2-40B4-BE49-F238E27FC236}">
                <a16:creationId xmlns:a16="http://schemas.microsoft.com/office/drawing/2014/main" id="{564302A2-1FC9-C29E-374C-BC0A61F0D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3881" y="509298"/>
            <a:ext cx="28670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9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1FD69-D374-65CC-59AD-D1AF78B2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ReLU – Rectified Linear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33F2E-79BC-CBF1-0FF3-AD26EE1E8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100">
                <a:latin typeface="Times New Roman"/>
                <a:cs typeface="Times New Roman"/>
              </a:rPr>
              <a:t>What is ReLU?</a:t>
            </a:r>
          </a:p>
          <a:p>
            <a:pPr>
              <a:buFont typeface="Arial"/>
              <a:buChar char="•"/>
            </a:pPr>
            <a:r>
              <a:rPr lang="en-US" sz="1100" b="1">
                <a:latin typeface="Times New Roman"/>
                <a:ea typeface="+mn-lt"/>
                <a:cs typeface="+mn-lt"/>
              </a:rPr>
              <a:t>Rectified Linear Unit</a:t>
            </a:r>
            <a:r>
              <a:rPr lang="en-US" sz="1100">
                <a:latin typeface="Times New Roman"/>
                <a:ea typeface="+mn-lt"/>
                <a:cs typeface="+mn-lt"/>
              </a:rPr>
              <a:t> activation: ReLU(z)=max⁡(0,z)</a:t>
            </a: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Introduces </a:t>
            </a:r>
            <a:r>
              <a:rPr lang="en-US" sz="1100" b="1">
                <a:latin typeface="Times New Roman"/>
                <a:ea typeface="+mn-lt"/>
                <a:cs typeface="+mn-lt"/>
              </a:rPr>
              <a:t>non-linearity</a:t>
            </a:r>
            <a:r>
              <a:rPr lang="en-US" sz="1100">
                <a:latin typeface="Times New Roman"/>
                <a:ea typeface="+mn-lt"/>
                <a:cs typeface="+mn-lt"/>
              </a:rPr>
              <a:t> while being computationally cheap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Allows </a:t>
            </a:r>
            <a:r>
              <a:rPr lang="en-US" sz="1100" b="1">
                <a:latin typeface="Times New Roman"/>
                <a:ea typeface="+mn-lt"/>
                <a:cs typeface="+mn-lt"/>
              </a:rPr>
              <a:t>sparse activations, </a:t>
            </a:r>
            <a:r>
              <a:rPr lang="en-US" sz="1100">
                <a:latin typeface="Times New Roman"/>
                <a:ea typeface="+mn-lt"/>
                <a:cs typeface="+mn-lt"/>
              </a:rPr>
              <a:t>only positive signals pass through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Reduces </a:t>
            </a:r>
            <a:r>
              <a:rPr lang="en-US" sz="1100" b="1">
                <a:latin typeface="Times New Roman"/>
                <a:ea typeface="+mn-lt"/>
                <a:cs typeface="+mn-lt"/>
              </a:rPr>
              <a:t>vanishing gradient</a:t>
            </a:r>
            <a:r>
              <a:rPr lang="en-US" sz="1100">
                <a:latin typeface="Times New Roman"/>
                <a:ea typeface="+mn-lt"/>
                <a:cs typeface="+mn-lt"/>
              </a:rPr>
              <a:t> issues seen in Sigmoid/Tanh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Works extremely well in </a:t>
            </a:r>
            <a:r>
              <a:rPr lang="en-US" sz="1100" b="1">
                <a:latin typeface="Times New Roman"/>
                <a:ea typeface="+mn-lt"/>
                <a:cs typeface="+mn-lt"/>
              </a:rPr>
              <a:t>deep</a:t>
            </a:r>
            <a:r>
              <a:rPr lang="en-US" sz="1100">
                <a:latin typeface="Times New Roman"/>
                <a:ea typeface="+mn-lt"/>
                <a:cs typeface="+mn-lt"/>
              </a:rPr>
              <a:t> neural networks (MLPs/CNNs)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Common default activation in hidden layers due to fast convergence</a:t>
            </a:r>
            <a:endParaRPr lang="en-US" sz="11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100">
                <a:latin typeface="Times New Roman"/>
                <a:cs typeface="Times New Roman"/>
              </a:rPr>
              <a:t>Where ReLU Fails</a:t>
            </a:r>
          </a:p>
          <a:p>
            <a:pPr>
              <a:buFont typeface="Arial"/>
              <a:buChar char="•"/>
            </a:pPr>
            <a:r>
              <a:rPr lang="en-US" sz="1100" b="1">
                <a:latin typeface="Times New Roman"/>
                <a:ea typeface="+mn-lt"/>
                <a:cs typeface="+mn-lt"/>
              </a:rPr>
              <a:t>Dying ReLU problem:</a:t>
            </a:r>
            <a:r>
              <a:rPr lang="en-US" sz="1100">
                <a:latin typeface="Times New Roman"/>
                <a:ea typeface="+mn-lt"/>
                <a:cs typeface="+mn-lt"/>
              </a:rPr>
              <a:t> neurons can get stuck outputting zero permanently [Saddle Points].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Not zero-centered → can slow optimization due to biased gradients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The function is </a:t>
            </a:r>
            <a:r>
              <a:rPr lang="en-US" sz="1100" b="1">
                <a:latin typeface="Times New Roman"/>
                <a:ea typeface="+mn-lt"/>
                <a:cs typeface="+mn-lt"/>
              </a:rPr>
              <a:t>non-differentiable at zero.</a:t>
            </a:r>
            <a:endParaRPr lang="en-US" sz="11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+mn-lt"/>
              </a:rPr>
              <a:t>Gradient is </a:t>
            </a:r>
            <a:r>
              <a:rPr lang="en-US" sz="1100" b="1">
                <a:latin typeface="Times New Roman"/>
                <a:ea typeface="+mn-lt"/>
                <a:cs typeface="+mn-lt"/>
              </a:rPr>
              <a:t>zero for all negative inputs</a:t>
            </a:r>
            <a:r>
              <a:rPr lang="en-US" sz="1100">
                <a:latin typeface="Times New Roman"/>
                <a:ea typeface="+mn-lt"/>
                <a:cs typeface="+mn-lt"/>
              </a:rPr>
              <a:t> → information lost on negative side.</a:t>
            </a:r>
            <a:endParaRPr lang="en-US" sz="11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100">
              <a:latin typeface="Times New Roman"/>
              <a:cs typeface="Times New Roman"/>
            </a:endParaRPr>
          </a:p>
        </p:txBody>
      </p:sp>
      <p:pic>
        <p:nvPicPr>
          <p:cNvPr id="4" name="Picture 3" descr="Why ReLu is not Differentiable at 0 | by Sathvik Reddy | Medium">
            <a:extLst>
              <a:ext uri="{FF2B5EF4-FFF2-40B4-BE49-F238E27FC236}">
                <a16:creationId xmlns:a16="http://schemas.microsoft.com/office/drawing/2014/main" id="{BEC81CBA-44B3-4B6B-4371-A3F0465C7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079024"/>
            <a:ext cx="3615776" cy="271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0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76BE2-DE81-9F6E-3882-3B46885A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/>
              <a:t>Activation Functions &amp; Derivatives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7BC5C-0D75-2E27-3362-162D05A84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Activation Functions should be differentiable.</a:t>
            </a:r>
            <a:endParaRPr lang="en-US" sz="1800">
              <a:latin typeface="Aptos" panose="020B0004020202020204"/>
              <a:ea typeface="+mn-lt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Should be easily differentiable.</a:t>
            </a:r>
          </a:p>
          <a:p>
            <a:r>
              <a:rPr lang="en-US" sz="1800">
                <a:latin typeface="Times New Roman"/>
                <a:cs typeface="Times New Roman"/>
              </a:rPr>
              <a:t>And should be expressed in terms of themselves.</a:t>
            </a:r>
            <a:endParaRPr lang="en-US" sz="1800">
              <a:latin typeface="Aptos" panose="020B0004020202020204"/>
              <a:cs typeface="Times New Roman"/>
            </a:endParaRP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6" name="Picture 5" descr="A screenshot of a function&#10;&#10;AI-generated content may be incorrect.">
            <a:extLst>
              <a:ext uri="{FF2B5EF4-FFF2-40B4-BE49-F238E27FC236}">
                <a16:creationId xmlns:a16="http://schemas.microsoft.com/office/drawing/2014/main" id="{0BF8EE24-DBD4-76AD-32BF-35DF13CE6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00" y="2734056"/>
            <a:ext cx="10399592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73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284B6-60DA-4758-E5BB-637EF380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Dropouts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32941-02F8-A7FB-7FEE-54AD657B2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>
                <a:latin typeface="Times New Roman"/>
                <a:ea typeface="+mn-lt"/>
                <a:cs typeface="+mn-lt"/>
              </a:rPr>
              <a:t>Randomly </a:t>
            </a:r>
            <a:r>
              <a:rPr lang="en-US" sz="1700" b="1">
                <a:latin typeface="Times New Roman"/>
                <a:ea typeface="+mn-lt"/>
                <a:cs typeface="+mn-lt"/>
              </a:rPr>
              <a:t>turns off neurons</a:t>
            </a:r>
            <a:r>
              <a:rPr lang="en-US" sz="1700">
                <a:latin typeface="Times New Roman"/>
                <a:ea typeface="+mn-lt"/>
                <a:cs typeface="+mn-lt"/>
              </a:rPr>
              <a:t> during training (e.g., 20–50% dropped) to reduce reliance on specific weights.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Acts as </a:t>
            </a:r>
            <a:r>
              <a:rPr lang="en-US" sz="1700" b="1">
                <a:latin typeface="Times New Roman"/>
                <a:ea typeface="+mn-lt"/>
                <a:cs typeface="+mn-lt"/>
              </a:rPr>
              <a:t>regularization</a:t>
            </a:r>
            <a:r>
              <a:rPr lang="en-US" sz="1700">
                <a:latin typeface="Times New Roman"/>
                <a:ea typeface="+mn-lt"/>
                <a:cs typeface="+mn-lt"/>
              </a:rPr>
              <a:t>, preventing overfitting by forcing distributed representations.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Makes the network </a:t>
            </a:r>
            <a:r>
              <a:rPr lang="en-US" sz="1700" b="1">
                <a:latin typeface="Times New Roman"/>
                <a:ea typeface="+mn-lt"/>
                <a:cs typeface="+mn-lt"/>
              </a:rPr>
              <a:t>robust to noise</a:t>
            </a:r>
            <a:r>
              <a:rPr lang="en-US" sz="1700">
                <a:latin typeface="Times New Roman"/>
                <a:ea typeface="+mn-lt"/>
                <a:cs typeface="+mn-lt"/>
              </a:rPr>
              <a:t> and improves generalization.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Cheap and easy to implement commonly used in fully connected layers.</a:t>
            </a: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During testing, dropout is </a:t>
            </a:r>
            <a:r>
              <a:rPr lang="en-US" sz="1700" b="1">
                <a:latin typeface="Times New Roman"/>
                <a:ea typeface="+mn-lt"/>
                <a:cs typeface="+mn-lt"/>
              </a:rPr>
              <a:t>disabled</a:t>
            </a:r>
            <a:r>
              <a:rPr lang="en-US" sz="1700">
                <a:latin typeface="Times New Roman"/>
                <a:ea typeface="+mn-lt"/>
                <a:cs typeface="+mn-lt"/>
              </a:rPr>
              <a:t> and weights are scaled to compensate but a probability will be multiplied with w [pw] because with that probability the networks seeing those connections.</a:t>
            </a:r>
          </a:p>
          <a:p>
            <a:pPr>
              <a:buFont typeface="Arial"/>
              <a:buChar char="•"/>
            </a:pPr>
            <a:r>
              <a:rPr lang="en-US" sz="1700" b="1">
                <a:latin typeface="Times New Roman"/>
                <a:ea typeface="+mn-lt"/>
                <a:cs typeface="+mn-lt"/>
              </a:rPr>
              <a:t>Not ideal for convolutional layers</a:t>
            </a:r>
            <a:r>
              <a:rPr lang="en-US" sz="1700">
                <a:latin typeface="Times New Roman"/>
                <a:ea typeface="+mn-lt"/>
                <a:cs typeface="+mn-lt"/>
              </a:rPr>
              <a:t> or batch-normalized models, can disrupt learned feature activations.</a:t>
            </a:r>
          </a:p>
          <a:p>
            <a:pPr marL="0" indent="0">
              <a:buNone/>
            </a:pPr>
            <a:endParaRPr lang="en-US" sz="1700">
              <a:latin typeface="Times New Roman"/>
              <a:cs typeface="Times New Roman"/>
            </a:endParaRPr>
          </a:p>
        </p:txBody>
      </p:sp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0D3D5D27-E268-8F12-82C5-C078AA93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05134"/>
            <a:ext cx="4014216" cy="2278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947953-F2A2-AB91-AF5B-267D23862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7929"/>
            <a:ext cx="3995928" cy="117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95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C8CB5-EF3C-F79B-0EFF-1441EBA6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Batch Normalization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D4389-CA8A-55A2-16FB-4226658FD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>
                <a:latin typeface="Times New Roman"/>
                <a:ea typeface="+mn-lt"/>
                <a:cs typeface="+mn-lt"/>
              </a:rPr>
              <a:t>Normalizes layer activations per mini-batch to </a:t>
            </a:r>
            <a:r>
              <a:rPr lang="en-US" sz="1600" b="1">
                <a:latin typeface="Times New Roman"/>
                <a:ea typeface="+mn-lt"/>
                <a:cs typeface="+mn-lt"/>
              </a:rPr>
              <a:t>zero mean, unit variance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en-US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 b="1">
                <a:latin typeface="Times New Roman"/>
                <a:ea typeface="+mn-lt"/>
                <a:cs typeface="+mn-lt"/>
              </a:rPr>
              <a:t>Stabilizes gradients</a:t>
            </a:r>
            <a:r>
              <a:rPr lang="en-US" sz="1600">
                <a:latin typeface="Times New Roman"/>
                <a:ea typeface="+mn-lt"/>
                <a:cs typeface="+mn-lt"/>
              </a:rPr>
              <a:t>, allowing higher learning rates and deeper networks.</a:t>
            </a:r>
            <a:endParaRPr lang="en-US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Times New Roman"/>
                <a:ea typeface="+mn-lt"/>
                <a:cs typeface="+mn-lt"/>
              </a:rPr>
              <a:t>Reduces </a:t>
            </a:r>
            <a:r>
              <a:rPr lang="en-US" sz="1600" b="1">
                <a:latin typeface="Times New Roman"/>
                <a:ea typeface="+mn-lt"/>
                <a:cs typeface="+mn-lt"/>
              </a:rPr>
              <a:t>internal covariate shift</a:t>
            </a:r>
            <a:r>
              <a:rPr lang="en-US" sz="1600">
                <a:latin typeface="Times New Roman"/>
                <a:ea typeface="+mn-lt"/>
                <a:cs typeface="+mn-lt"/>
              </a:rPr>
              <a:t> → accelerates training.</a:t>
            </a:r>
            <a:endParaRPr lang="en-US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Times New Roman"/>
                <a:ea typeface="+mn-lt"/>
                <a:cs typeface="+mn-lt"/>
              </a:rPr>
              <a:t>Acts as </a:t>
            </a:r>
            <a:r>
              <a:rPr lang="en-US" sz="1600" b="1">
                <a:latin typeface="Times New Roman"/>
                <a:ea typeface="+mn-lt"/>
                <a:cs typeface="+mn-lt"/>
              </a:rPr>
              <a:t>regularizer</a:t>
            </a:r>
            <a:r>
              <a:rPr lang="en-US" sz="1600">
                <a:latin typeface="Times New Roman"/>
                <a:ea typeface="+mn-lt"/>
                <a:cs typeface="+mn-lt"/>
              </a:rPr>
              <a:t>, sometimes reducing need for dropout.</a:t>
            </a:r>
            <a:endParaRPr lang="en-US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Times New Roman"/>
                <a:ea typeface="+mn-lt"/>
                <a:cs typeface="+mn-lt"/>
              </a:rPr>
              <a:t>Learns </a:t>
            </a:r>
            <a:r>
              <a:rPr lang="en-US" sz="1600" b="1">
                <a:latin typeface="Times New Roman"/>
                <a:ea typeface="+mn-lt"/>
                <a:cs typeface="+mn-lt"/>
              </a:rPr>
              <a:t>scale and shift parameters</a:t>
            </a:r>
            <a:r>
              <a:rPr lang="en-US" sz="1600">
                <a:latin typeface="Times New Roman"/>
                <a:ea typeface="+mn-lt"/>
                <a:cs typeface="+mn-lt"/>
              </a:rPr>
              <a:t> so model capacity is preserved.</a:t>
            </a:r>
            <a:endParaRPr lang="en-US" sz="16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 b="1">
                <a:latin typeface="Times New Roman"/>
                <a:ea typeface="+mn-lt"/>
                <a:cs typeface="+mn-lt"/>
              </a:rPr>
              <a:t>Fails</a:t>
            </a:r>
            <a:r>
              <a:rPr lang="en-US" sz="1600">
                <a:latin typeface="Times New Roman"/>
                <a:ea typeface="+mn-lt"/>
                <a:cs typeface="+mn-lt"/>
              </a:rPr>
              <a:t> in very small batches or sequence models statistics become unstable → alternatives like LayerNorm used.</a:t>
            </a:r>
            <a:endParaRPr lang="en-US" sz="16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4EEE4F3B-1B4C-BFDC-A7D8-1BC6D51AC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18186"/>
            <a:ext cx="5150277" cy="244638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01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32920-CEC2-15BC-5E5F-2621207C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en-US"/>
              <a:t>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2F551-3519-18B4-E922-A67F7CF00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1800">
                <a:latin typeface="Times New Roman"/>
                <a:cs typeface="Times New Roman"/>
              </a:rPr>
              <a:t>What is Optimization? </a:t>
            </a:r>
          </a:p>
          <a:p>
            <a:pPr>
              <a:buFont typeface="Arial"/>
              <a:buChar char="•"/>
            </a:pPr>
            <a:r>
              <a:rPr lang="en-US" sz="1800">
                <a:latin typeface="Times New Roman"/>
                <a:ea typeface="+mn-lt"/>
                <a:cs typeface="+mn-lt"/>
              </a:rPr>
              <a:t>The process of </a:t>
            </a:r>
            <a:r>
              <a:rPr lang="en-US" sz="1800" b="1">
                <a:latin typeface="Times New Roman"/>
                <a:ea typeface="+mn-lt"/>
                <a:cs typeface="+mn-lt"/>
              </a:rPr>
              <a:t>minimizing the loss function</a:t>
            </a:r>
            <a:r>
              <a:rPr lang="en-US" sz="1800">
                <a:latin typeface="Times New Roman"/>
                <a:ea typeface="+mn-lt"/>
                <a:cs typeface="+mn-lt"/>
              </a:rPr>
              <a:t> by adjusting weights and biases.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Times New Roman"/>
                <a:ea typeface="+mn-lt"/>
                <a:cs typeface="+mn-lt"/>
              </a:rPr>
              <a:t>Uses gradient information from </a:t>
            </a:r>
            <a:r>
              <a:rPr lang="en-US" sz="1800" b="1">
                <a:latin typeface="Times New Roman"/>
                <a:ea typeface="+mn-lt"/>
                <a:cs typeface="+mn-lt"/>
              </a:rPr>
              <a:t>backpropagation</a:t>
            </a:r>
            <a:r>
              <a:rPr lang="en-US" sz="1800">
                <a:latin typeface="Times New Roman"/>
                <a:ea typeface="+mn-lt"/>
                <a:cs typeface="+mn-lt"/>
              </a:rPr>
              <a:t> to move parameters in the best direction.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Times New Roman"/>
                <a:ea typeface="+mn-lt"/>
                <a:cs typeface="+mn-lt"/>
              </a:rPr>
              <a:t>Good optimization leads to </a:t>
            </a:r>
            <a:r>
              <a:rPr lang="en-US" sz="1800" b="1">
                <a:latin typeface="Times New Roman"/>
                <a:ea typeface="+mn-lt"/>
                <a:cs typeface="+mn-lt"/>
              </a:rPr>
              <a:t>faster convergence</a:t>
            </a:r>
            <a:r>
              <a:rPr lang="en-US" sz="1800">
                <a:latin typeface="Times New Roman"/>
                <a:ea typeface="+mn-lt"/>
                <a:cs typeface="+mn-lt"/>
              </a:rPr>
              <a:t> and </a:t>
            </a:r>
            <a:r>
              <a:rPr lang="en-US" sz="1800" b="1">
                <a:latin typeface="Times New Roman"/>
                <a:ea typeface="+mn-lt"/>
                <a:cs typeface="+mn-lt"/>
              </a:rPr>
              <a:t>better generalization</a:t>
            </a:r>
            <a:r>
              <a:rPr lang="en-US" sz="1800">
                <a:latin typeface="Times New Roman"/>
                <a:ea typeface="+mn-lt"/>
                <a:cs typeface="+mn-lt"/>
              </a:rPr>
              <a:t>.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Times New Roman"/>
                <a:ea typeface="+mn-lt"/>
                <a:cs typeface="+mn-lt"/>
              </a:rPr>
              <a:t>Helps navigate issues like </a:t>
            </a:r>
            <a:r>
              <a:rPr lang="en-US" sz="1800" b="1">
                <a:latin typeface="Times New Roman"/>
                <a:ea typeface="+mn-lt"/>
                <a:cs typeface="+mn-lt"/>
              </a:rPr>
              <a:t>saddle points</a:t>
            </a:r>
            <a:r>
              <a:rPr lang="en-US" sz="1800">
                <a:latin typeface="Times New Roman"/>
                <a:ea typeface="+mn-lt"/>
                <a:cs typeface="+mn-lt"/>
              </a:rPr>
              <a:t>, </a:t>
            </a:r>
            <a:r>
              <a:rPr lang="en-US" sz="1800" b="1">
                <a:latin typeface="Times New Roman"/>
                <a:ea typeface="+mn-lt"/>
                <a:cs typeface="+mn-lt"/>
              </a:rPr>
              <a:t>local minima</a:t>
            </a:r>
            <a:r>
              <a:rPr lang="en-US" sz="1800">
                <a:latin typeface="Times New Roman"/>
                <a:ea typeface="+mn-lt"/>
                <a:cs typeface="+mn-lt"/>
              </a:rPr>
              <a:t>, and </a:t>
            </a:r>
            <a:r>
              <a:rPr lang="en-US" sz="1800" b="1">
                <a:latin typeface="Times New Roman"/>
                <a:ea typeface="+mn-lt"/>
                <a:cs typeface="+mn-lt"/>
              </a:rPr>
              <a:t>plateaus</a:t>
            </a:r>
            <a:r>
              <a:rPr lang="en-US" sz="1800">
                <a:latin typeface="Times New Roman"/>
                <a:ea typeface="+mn-lt"/>
                <a:cs typeface="+mn-lt"/>
              </a:rPr>
              <a:t>.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Times New Roman"/>
                <a:ea typeface="+mn-lt"/>
                <a:cs typeface="+mn-lt"/>
              </a:rPr>
              <a:t>Affects model ability to escape poor regions of loss landscape.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Times New Roman"/>
                <a:ea typeface="+mn-lt"/>
                <a:cs typeface="+mn-lt"/>
              </a:rPr>
              <a:t>Choosing a poor optimizer leads to </a:t>
            </a:r>
            <a:r>
              <a:rPr lang="en-US" sz="1800" b="1">
                <a:latin typeface="Times New Roman"/>
                <a:ea typeface="+mn-lt"/>
                <a:cs typeface="+mn-lt"/>
              </a:rPr>
              <a:t>slow, unstable, or stuck</a:t>
            </a:r>
            <a:r>
              <a:rPr lang="en-US" sz="1800">
                <a:latin typeface="Times New Roman"/>
                <a:ea typeface="+mn-lt"/>
                <a:cs typeface="+mn-lt"/>
              </a:rPr>
              <a:t> training.</a:t>
            </a:r>
            <a:endParaRPr lang="en-US" sz="18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latin typeface="Times New Roman"/>
                <a:cs typeface="Times New Roman"/>
              </a:rPr>
              <a:t>Convex &amp; Non-Convex Functions. Non-Convex functions are seen in these MLPs.</a:t>
            </a:r>
          </a:p>
          <a:p>
            <a:pPr marL="0" indent="0">
              <a:buNone/>
            </a:pPr>
            <a:endParaRPr lang="en-US" sz="1800">
              <a:latin typeface="Times New Roman"/>
              <a:cs typeface="Times New Roman"/>
            </a:endParaRPr>
          </a:p>
        </p:txBody>
      </p:sp>
      <p:pic>
        <p:nvPicPr>
          <p:cNvPr id="4" name="Picture 3" descr="Optimizing Neural Networks: Strategies and Techniques | by Kajeeth Kumar G  | Artificial Intelligence in Plain English">
            <a:extLst>
              <a:ext uri="{FF2B5EF4-FFF2-40B4-BE49-F238E27FC236}">
                <a16:creationId xmlns:a16="http://schemas.microsoft.com/office/drawing/2014/main" id="{C45BFE68-2198-E3C3-1A98-83D52D5B6D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15" r="5239" b="2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ata Science and Machine Learning (Part 21): Unlocking Neural Networks,  Optimization algorithms demystified - MQL5 Articles">
            <a:extLst>
              <a:ext uri="{FF2B5EF4-FFF2-40B4-BE49-F238E27FC236}">
                <a16:creationId xmlns:a16="http://schemas.microsoft.com/office/drawing/2014/main" id="{DCF6A852-3054-8AC1-2B5F-4C0C52EE7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86" r="711" b="1"/>
          <a:stretch>
            <a:fillRect/>
          </a:stretch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4102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EBBFD-51B4-4B3A-723F-34B84C78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Stochastic Gradient Descent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33DEE-DC55-396C-A6D1-BA39A86E3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Updates parameters using small random batches of data.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Simple and memory-efficient → strong baseline optimizer.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Good </a:t>
            </a:r>
            <a:r>
              <a:rPr lang="en-US" sz="1800" b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generalization</a:t>
            </a: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performance vs complex optimizers.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Can be </a:t>
            </a:r>
            <a:r>
              <a:rPr lang="en-US" sz="1800" b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very slow</a:t>
            </a: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near minima due to noisy updates.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Struggles with </a:t>
            </a:r>
            <a:r>
              <a:rPr lang="en-US" sz="1800" b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ravines</a:t>
            </a: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and curved loss surfaces.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Requires careful </a:t>
            </a:r>
            <a:r>
              <a:rPr lang="en-US" sz="1800" b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learning rate tuning</a:t>
            </a: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Gradient Descent Extensions to Your ...">
            <a:extLst>
              <a:ext uri="{FF2B5EF4-FFF2-40B4-BE49-F238E27FC236}">
                <a16:creationId xmlns:a16="http://schemas.microsoft.com/office/drawing/2014/main" id="{833629CE-8C70-3104-16BD-10FDD679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794445"/>
            <a:ext cx="4954693" cy="130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2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35F07-D6EF-5218-D06F-B3508FBA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4800">
                <a:latin typeface="Aptos"/>
              </a:rPr>
              <a:t>SGD + Momentum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EEB4-29D9-5662-693F-3641A179A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Adds velocity term → accumulates gradient direction over time.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Helps escape </a:t>
            </a:r>
            <a:r>
              <a:rPr lang="en-US" sz="1700" b="1">
                <a:ea typeface="+mn-lt"/>
                <a:cs typeface="+mn-lt"/>
              </a:rPr>
              <a:t>local minima</a:t>
            </a:r>
            <a:r>
              <a:rPr lang="en-US" sz="1700">
                <a:ea typeface="+mn-lt"/>
                <a:cs typeface="+mn-lt"/>
              </a:rPr>
              <a:t> and reduce oscillations.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Faster convergence than plain SGD in deep networks.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Still needs hyperparameter tuning (momentum coef ~0.9).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Can </a:t>
            </a:r>
            <a:r>
              <a:rPr lang="en-US" sz="1700" b="1">
                <a:ea typeface="+mn-lt"/>
                <a:cs typeface="+mn-lt"/>
              </a:rPr>
              <a:t>overshoot</a:t>
            </a:r>
            <a:r>
              <a:rPr lang="en-US" sz="1700">
                <a:ea typeface="+mn-lt"/>
                <a:cs typeface="+mn-lt"/>
              </a:rPr>
              <a:t> if learning rate is too high.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Doesn’t adapt learning rate per parameter.</a:t>
            </a:r>
            <a:endParaRPr lang="en-US" sz="1700"/>
          </a:p>
          <a:p>
            <a:endParaRPr lang="en-US" sz="1700"/>
          </a:p>
        </p:txBody>
      </p:sp>
      <p:pic>
        <p:nvPicPr>
          <p:cNvPr id="4" name="Picture 3" descr="A graph with blue and red dots&#10;&#10;AI-generated content may be incorrect.">
            <a:extLst>
              <a:ext uri="{FF2B5EF4-FFF2-40B4-BE49-F238E27FC236}">
                <a16:creationId xmlns:a16="http://schemas.microsoft.com/office/drawing/2014/main" id="{87D26C45-C6D6-E409-B134-709787037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487278"/>
            <a:ext cx="5150277" cy="370819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01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3FB0B-3BE7-4ACE-291A-1B6821A6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3800">
                <a:latin typeface="Aptos Display"/>
              </a:rPr>
              <a:t>Nesterov</a:t>
            </a:r>
            <a:r>
              <a:rPr lang="en-US" sz="3800">
                <a:ea typeface="+mj-lt"/>
                <a:cs typeface="+mj-lt"/>
              </a:rPr>
              <a:t> Momentum (Nesterov Accelerated Gradient - NAG)</a:t>
            </a:r>
            <a:endParaRPr lang="en-US" sz="3800">
              <a:latin typeface="Aptos Display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DF3F7-A551-398B-1D52-3D9E77D45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n-US" sz="1500">
                <a:latin typeface="Times New Roman"/>
                <a:ea typeface="+mn-lt"/>
                <a:cs typeface="+mn-lt"/>
              </a:rPr>
              <a:t>A variant of momentum optimization that </a:t>
            </a:r>
            <a:r>
              <a:rPr lang="en-US" sz="1500" b="1">
                <a:latin typeface="Times New Roman"/>
                <a:ea typeface="+mn-lt"/>
                <a:cs typeface="+mn-lt"/>
              </a:rPr>
              <a:t>looks ahead</a:t>
            </a:r>
            <a:r>
              <a:rPr lang="en-US" sz="1500">
                <a:latin typeface="Times New Roman"/>
                <a:ea typeface="+mn-lt"/>
                <a:cs typeface="+mn-lt"/>
              </a:rPr>
              <a:t> before calculating the gradient.</a:t>
            </a:r>
            <a:endParaRPr lang="en-US" sz="15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500">
                <a:latin typeface="Times New Roman"/>
                <a:ea typeface="+mn-lt"/>
                <a:cs typeface="+mn-lt"/>
              </a:rPr>
              <a:t>Instead of computing gradients at the current parameters, it computes them at the </a:t>
            </a:r>
            <a:r>
              <a:rPr lang="en-US" sz="1500" b="1">
                <a:latin typeface="Times New Roman"/>
                <a:ea typeface="+mn-lt"/>
                <a:cs typeface="+mn-lt"/>
              </a:rPr>
              <a:t>anticipated future position</a:t>
            </a:r>
            <a:r>
              <a:rPr lang="en-US" sz="1500">
                <a:latin typeface="Times New Roman"/>
                <a:ea typeface="+mn-lt"/>
                <a:cs typeface="+mn-lt"/>
              </a:rPr>
              <a:t>.</a:t>
            </a:r>
            <a:endParaRPr lang="en-US" sz="15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500">
                <a:latin typeface="Times New Roman"/>
                <a:ea typeface="+mn-lt"/>
                <a:cs typeface="+mn-lt"/>
              </a:rPr>
              <a:t>The update rule includes a </a:t>
            </a:r>
            <a:r>
              <a:rPr lang="en-US" sz="1500" b="1">
                <a:latin typeface="Times New Roman"/>
                <a:ea typeface="+mn-lt"/>
                <a:cs typeface="+mn-lt"/>
              </a:rPr>
              <a:t>correction step</a:t>
            </a:r>
            <a:r>
              <a:rPr lang="en-US" sz="1500">
                <a:latin typeface="Times New Roman"/>
                <a:ea typeface="+mn-lt"/>
                <a:cs typeface="+mn-lt"/>
              </a:rPr>
              <a:t>, making it more responsive to changes in the gradient direction.</a:t>
            </a:r>
            <a:endParaRPr lang="en-US" sz="15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500">
                <a:latin typeface="Times New Roman"/>
                <a:ea typeface="+mn-lt"/>
                <a:cs typeface="+mn-lt"/>
              </a:rPr>
              <a:t>Helps </a:t>
            </a:r>
            <a:r>
              <a:rPr lang="en-US" sz="1500" b="1">
                <a:latin typeface="Times New Roman"/>
                <a:ea typeface="+mn-lt"/>
                <a:cs typeface="+mn-lt"/>
              </a:rPr>
              <a:t>reduce overshooting</a:t>
            </a:r>
            <a:r>
              <a:rPr lang="en-US" sz="1500">
                <a:latin typeface="Times New Roman"/>
                <a:ea typeface="+mn-lt"/>
                <a:cs typeface="+mn-lt"/>
              </a:rPr>
              <a:t> and improves stability vs classical momentum.</a:t>
            </a:r>
            <a:endParaRPr lang="en-US" sz="15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500">
                <a:latin typeface="Times New Roman"/>
                <a:ea typeface="+mn-lt"/>
                <a:cs typeface="+mn-lt"/>
              </a:rPr>
              <a:t>Converges </a:t>
            </a:r>
            <a:r>
              <a:rPr lang="en-US" sz="1500" b="1">
                <a:latin typeface="Times New Roman"/>
                <a:ea typeface="+mn-lt"/>
                <a:cs typeface="+mn-lt"/>
              </a:rPr>
              <a:t>faster</a:t>
            </a:r>
            <a:r>
              <a:rPr lang="en-US" sz="1500">
                <a:latin typeface="Times New Roman"/>
                <a:ea typeface="+mn-lt"/>
                <a:cs typeface="+mn-lt"/>
              </a:rPr>
              <a:t> than standard momentum in many deep learning problems.</a:t>
            </a:r>
            <a:endParaRPr lang="en-US" sz="15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500">
                <a:latin typeface="Times New Roman"/>
                <a:ea typeface="+mn-lt"/>
                <a:cs typeface="+mn-lt"/>
              </a:rPr>
              <a:t>Better performance in </a:t>
            </a:r>
            <a:r>
              <a:rPr lang="en-US" sz="1500" b="1">
                <a:latin typeface="Times New Roman"/>
                <a:ea typeface="+mn-lt"/>
                <a:cs typeface="+mn-lt"/>
              </a:rPr>
              <a:t>ravines</a:t>
            </a:r>
            <a:r>
              <a:rPr lang="en-US" sz="1500">
                <a:latin typeface="Times New Roman"/>
                <a:ea typeface="+mn-lt"/>
                <a:cs typeface="+mn-lt"/>
              </a:rPr>
              <a:t> and curved loss surfaces due to more informed updates.</a:t>
            </a:r>
            <a:endParaRPr lang="en-US" sz="15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500">
                <a:latin typeface="Times New Roman"/>
                <a:ea typeface="+mn-lt"/>
                <a:cs typeface="+mn-lt"/>
              </a:rPr>
              <a:t>Considered a </a:t>
            </a:r>
            <a:r>
              <a:rPr lang="en-US" sz="1500" b="1">
                <a:latin typeface="Times New Roman"/>
                <a:ea typeface="+mn-lt"/>
                <a:cs typeface="+mn-lt"/>
              </a:rPr>
              <a:t>more accurate velocity update</a:t>
            </a:r>
            <a:r>
              <a:rPr lang="en-US" sz="1500">
                <a:latin typeface="Times New Roman"/>
                <a:ea typeface="+mn-lt"/>
                <a:cs typeface="+mn-lt"/>
              </a:rPr>
              <a:t>, since it knows where momentum is pushing </a:t>
            </a:r>
            <a:r>
              <a:rPr lang="en-US" sz="1500" i="1">
                <a:latin typeface="Times New Roman"/>
                <a:ea typeface="+mn-lt"/>
                <a:cs typeface="+mn-lt"/>
              </a:rPr>
              <a:t>before</a:t>
            </a:r>
            <a:r>
              <a:rPr lang="en-US" sz="1500">
                <a:latin typeface="Times New Roman"/>
                <a:ea typeface="+mn-lt"/>
                <a:cs typeface="+mn-lt"/>
              </a:rPr>
              <a:t> stepping there.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endParaRPr lang="en-US" sz="15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82D17-675F-C8C0-1A74-2FD105D8D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446" y="3431214"/>
            <a:ext cx="4014216" cy="12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57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DA8FD-6F4F-0A24-BB88-477443F1A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AdaGrad</a:t>
            </a: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83C74-F805-E9DC-8E38-06F45A49E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Adapts learning rate individually </a:t>
            </a:r>
            <a:r>
              <a:rPr lang="en-US" sz="1800" b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per parameter</a:t>
            </a: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Excellent for </a:t>
            </a:r>
            <a:r>
              <a:rPr lang="en-US" sz="1800" b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sparse features</a:t>
            </a: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(e.g., NLP, embeddings).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Larger updates for rare features → faster learning early.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But </a:t>
            </a:r>
            <a:r>
              <a:rPr lang="en-US" sz="1800" b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learning rate decays continuously</a:t>
            </a: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→ training can stop.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Not ideal for long training epochs.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Mainly historical foundation for better adaptive optimizers.</a:t>
            </a:r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D254DF8-D94A-60AC-D144-F47FA42D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624810"/>
            <a:ext cx="4954693" cy="164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84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718276" y="729523"/>
            <a:ext cx="6858000" cy="5398953"/>
          </a:xfrm>
          <a:prstGeom prst="rect">
            <a:avLst/>
          </a:prstGeom>
          <a:ln>
            <a:noFill/>
          </a:ln>
          <a:effectLst>
            <a:outerShdw blurRad="419100" dist="1524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D56C0-864A-A8D3-D54A-0FEC6620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85366"/>
            <a:ext cx="4069055" cy="2072853"/>
          </a:xfrm>
        </p:spPr>
        <p:txBody>
          <a:bodyPr anchor="t">
            <a:normAutofit/>
          </a:bodyPr>
          <a:lstStyle/>
          <a:p>
            <a:r>
              <a:rPr lang="en-US" sz="4000"/>
              <a:t>Ada Delta &amp; RMS Prop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DA911-46A1-A508-1205-39E681698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4234014"/>
            <a:ext cx="3951289" cy="10569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2B6A7-370E-8027-8A9F-272187DA0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85366"/>
            <a:ext cx="5257797" cy="53106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/>
              <a:t>AdaDelta</a:t>
            </a:r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Fixes AdaGrad learning decay using </a:t>
            </a:r>
            <a:r>
              <a:rPr lang="en-US" sz="1600" b="1">
                <a:ea typeface="+mn-lt"/>
                <a:cs typeface="+mn-lt"/>
              </a:rPr>
              <a:t>moving window</a:t>
            </a:r>
            <a:r>
              <a:rPr lang="en-US" sz="1600">
                <a:ea typeface="+mn-lt"/>
                <a:cs typeface="+mn-lt"/>
              </a:rPr>
              <a:t> of gradient history.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No manual base learning rate needed → more stable.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Good for noisy gradients and RNNs historically.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Improvement over AdaGrad but mostly outdated now.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Can be slower than Adam on modern deep nets.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ea typeface="+mn-lt"/>
                <a:cs typeface="+mn-lt"/>
              </a:rPr>
              <a:t>RMS Prop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Adaptive learning rate like AdaGrad </a:t>
            </a:r>
            <a:r>
              <a:rPr lang="en-US" sz="1600" b="1">
                <a:ea typeface="+mn-lt"/>
                <a:cs typeface="+mn-lt"/>
              </a:rPr>
              <a:t>without total decay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Maintains exponentially decaying average of squared gradients.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Excellent for </a:t>
            </a:r>
            <a:r>
              <a:rPr lang="en-US" sz="1600" b="1">
                <a:ea typeface="+mn-lt"/>
                <a:cs typeface="+mn-lt"/>
              </a:rPr>
              <a:t>non-stationary</a:t>
            </a:r>
            <a:r>
              <a:rPr lang="en-US" sz="1600">
                <a:ea typeface="+mn-lt"/>
                <a:cs typeface="+mn-lt"/>
              </a:rPr>
              <a:t> or noisy problems (RNNs, RL).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Usually faster convergence than AdaGrad/AdaDelta.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Still sensitive to learning rate hyperparameter.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258293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B6B29-1C4F-6C60-B30C-481821E0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Aptos"/>
              </a:rPr>
              <a:t>Adam (Adaptive Moment Estimation)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A46F2-EABA-E93D-E666-54159D929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latin typeface="Times New Roman"/>
                <a:ea typeface="+mn-lt"/>
                <a:cs typeface="+mn-lt"/>
              </a:rPr>
              <a:t>Combines </a:t>
            </a:r>
            <a:r>
              <a:rPr lang="en-US" sz="1700" b="1">
                <a:latin typeface="Times New Roman"/>
                <a:ea typeface="+mn-lt"/>
                <a:cs typeface="+mn-lt"/>
              </a:rPr>
              <a:t>Momentum + </a:t>
            </a:r>
            <a:r>
              <a:rPr lang="en-US" sz="1700" b="1" err="1">
                <a:latin typeface="Times New Roman"/>
                <a:ea typeface="+mn-lt"/>
                <a:cs typeface="+mn-lt"/>
              </a:rPr>
              <a:t>RMSProp</a:t>
            </a:r>
            <a:r>
              <a:rPr lang="en-US" sz="1700">
                <a:latin typeface="Times New Roman"/>
                <a:ea typeface="+mn-lt"/>
                <a:cs typeface="+mn-lt"/>
              </a:rPr>
              <a:t> → best speed + stability.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Adaptive learning rate per parameter → robust performance.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Most popular default optimizer for deep models.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Works well </a:t>
            </a:r>
            <a:r>
              <a:rPr lang="en-US" sz="1700" b="1">
                <a:latin typeface="Times New Roman"/>
                <a:ea typeface="+mn-lt"/>
                <a:cs typeface="+mn-lt"/>
              </a:rPr>
              <a:t>out-of-the-box</a:t>
            </a:r>
            <a:r>
              <a:rPr lang="en-US" sz="1700">
                <a:latin typeface="Times New Roman"/>
                <a:ea typeface="+mn-lt"/>
                <a:cs typeface="+mn-lt"/>
              </a:rPr>
              <a:t> with minimal tuning.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700">
                <a:latin typeface="Times New Roman"/>
                <a:ea typeface="+mn-lt"/>
                <a:cs typeface="+mn-lt"/>
              </a:rPr>
              <a:t>Weight decay and LR scheduling improve performance.</a:t>
            </a:r>
            <a:endParaRPr lang="en-US" sz="17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9B9A5-4410-CC71-C84F-2344E767B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98873"/>
            <a:ext cx="5150277" cy="248500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62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A36C-500A-1EC2-F58F-4CF73566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Graphical View : </a:t>
            </a:r>
            <a:r>
              <a:rPr lang="en-US" err="1"/>
              <a:t>Optimzers</a:t>
            </a:r>
          </a:p>
        </p:txBody>
      </p:sp>
      <p:pic>
        <p:nvPicPr>
          <p:cNvPr id="4" name="Content Placeholder 3" descr="Optimizers in Deep Learning: A Detailed Guide - Analytics Vidhya">
            <a:extLst>
              <a:ext uri="{FF2B5EF4-FFF2-40B4-BE49-F238E27FC236}">
                <a16:creationId xmlns:a16="http://schemas.microsoft.com/office/drawing/2014/main" id="{7644C9C8-AE82-A38D-A4AA-E816DA439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5761" y="1825625"/>
            <a:ext cx="56204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1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AA 5750 – Contemporary Issues in Analytics</vt:lpstr>
      <vt:lpstr>Training an MLP</vt:lpstr>
      <vt:lpstr>Deep Neural Networks - Architecture</vt:lpstr>
      <vt:lpstr>Forward Propagation</vt:lpstr>
      <vt:lpstr>Backward Propagation – Optimizing Weights</vt:lpstr>
      <vt:lpstr>Why Do Sigmoid, Tanh Fail in Some MLP Training Cases?</vt:lpstr>
      <vt:lpstr>ReLU – Rectified Linear Unit</vt:lpstr>
      <vt:lpstr>Activation Functions &amp; Derivatives</vt:lpstr>
      <vt:lpstr>Dropouts</vt:lpstr>
      <vt:lpstr>Batch Normalization</vt:lpstr>
      <vt:lpstr>Optimization</vt:lpstr>
      <vt:lpstr>Stochastic Gradient Descent</vt:lpstr>
      <vt:lpstr>SGD + Momentum</vt:lpstr>
      <vt:lpstr>Nesterov Momentum (Nesterov Accelerated Gradient - NAG)</vt:lpstr>
      <vt:lpstr>AdaGrad</vt:lpstr>
      <vt:lpstr>Ada Delta &amp; RMS Prop</vt:lpstr>
      <vt:lpstr>Adam (Adaptive Moment Estimation)</vt:lpstr>
      <vt:lpstr>Graphical View : Optimzers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2025-10-27T00:20:20Z</dcterms:created>
  <dcterms:modified xsi:type="dcterms:W3CDTF">2025-10-27T03:36:41Z</dcterms:modified>
</cp:coreProperties>
</file>