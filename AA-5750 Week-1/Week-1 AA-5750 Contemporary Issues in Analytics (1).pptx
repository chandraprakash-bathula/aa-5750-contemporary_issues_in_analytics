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9" r:id="rId3"/>
    <p:sldId id="258" r:id="rId4"/>
    <p:sldId id="268" r:id="rId5"/>
    <p:sldId id="261" r:id="rId6"/>
    <p:sldId id="272" r:id="rId7"/>
    <p:sldId id="270" r:id="rId8"/>
    <p:sldId id="271" r:id="rId9"/>
    <p:sldId id="264" r:id="rId10"/>
    <p:sldId id="262" r:id="rId11"/>
    <p:sldId id="263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DDA71C-15A9-1207-51FE-3AC8E05B0221}" v="612" dt="2025-10-14T00:36:12.014"/>
    <p1510:client id="{6675857B-BD80-5E7B-2DA4-1E2AC88167F1}" v="15" dt="2025-10-14T01:04:09.463"/>
    <p1510:client id="{9E378E4F-84E2-1D0A-5CD1-EB0545EC3B18}" v="44" dt="2025-10-13T22:37:35.3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dra Prakash Bathula" userId="S::chandraprakash.bathula@slu.edu::1bbcd802-b19d-4007-8ff4-9de30793bbb6" providerId="AD" clId="Web-{6675857B-BD80-5E7B-2DA4-1E2AC88167F1}"/>
    <pc:docChg chg="modSld sldOrd">
      <pc:chgData name="Chandra Prakash Bathula" userId="S::chandraprakash.bathula@slu.edu::1bbcd802-b19d-4007-8ff4-9de30793bbb6" providerId="AD" clId="Web-{6675857B-BD80-5E7B-2DA4-1E2AC88167F1}" dt="2025-10-14T01:04:09.463" v="15"/>
      <pc:docMkLst>
        <pc:docMk/>
      </pc:docMkLst>
      <pc:sldChg chg="modSp ord">
        <pc:chgData name="Chandra Prakash Bathula" userId="S::chandraprakash.bathula@slu.edu::1bbcd802-b19d-4007-8ff4-9de30793bbb6" providerId="AD" clId="Web-{6675857B-BD80-5E7B-2DA4-1E2AC88167F1}" dt="2025-10-14T00:57:28.273" v="9" actId="20577"/>
        <pc:sldMkLst>
          <pc:docMk/>
          <pc:sldMk cId="726312749" sldId="261"/>
        </pc:sldMkLst>
        <pc:spChg chg="mod">
          <ac:chgData name="Chandra Prakash Bathula" userId="S::chandraprakash.bathula@slu.edu::1bbcd802-b19d-4007-8ff4-9de30793bbb6" providerId="AD" clId="Web-{6675857B-BD80-5E7B-2DA4-1E2AC88167F1}" dt="2025-10-14T00:57:28.273" v="9" actId="20577"/>
          <ac:spMkLst>
            <pc:docMk/>
            <pc:sldMk cId="726312749" sldId="261"/>
            <ac:spMk id="3" creationId="{A234C970-EEE1-F097-3267-B674837CB9FF}"/>
          </ac:spMkLst>
        </pc:spChg>
      </pc:sldChg>
      <pc:sldChg chg="ord">
        <pc:chgData name="Chandra Prakash Bathula" userId="S::chandraprakash.bathula@slu.edu::1bbcd802-b19d-4007-8ff4-9de30793bbb6" providerId="AD" clId="Web-{6675857B-BD80-5E7B-2DA4-1E2AC88167F1}" dt="2025-10-14T00:56:50.164" v="1"/>
        <pc:sldMkLst>
          <pc:docMk/>
          <pc:sldMk cId="2679237043" sldId="262"/>
        </pc:sldMkLst>
      </pc:sldChg>
      <pc:sldChg chg="ord">
        <pc:chgData name="Chandra Prakash Bathula" userId="S::chandraprakash.bathula@slu.edu::1bbcd802-b19d-4007-8ff4-9de30793bbb6" providerId="AD" clId="Web-{6675857B-BD80-5E7B-2DA4-1E2AC88167F1}" dt="2025-10-14T01:03:43.713" v="12"/>
        <pc:sldMkLst>
          <pc:docMk/>
          <pc:sldMk cId="3790992014" sldId="264"/>
        </pc:sldMkLst>
      </pc:sldChg>
      <pc:sldChg chg="ord">
        <pc:chgData name="Chandra Prakash Bathula" userId="S::chandraprakash.bathula@slu.edu::1bbcd802-b19d-4007-8ff4-9de30793bbb6" providerId="AD" clId="Web-{6675857B-BD80-5E7B-2DA4-1E2AC88167F1}" dt="2025-10-14T01:04:09.463" v="15"/>
        <pc:sldMkLst>
          <pc:docMk/>
          <pc:sldMk cId="1182915102" sldId="270"/>
        </pc:sldMkLst>
      </pc:sldChg>
      <pc:sldChg chg="ord">
        <pc:chgData name="Chandra Prakash Bathula" userId="S::chandraprakash.bathula@slu.edu::1bbcd802-b19d-4007-8ff4-9de30793bbb6" providerId="AD" clId="Web-{6675857B-BD80-5E7B-2DA4-1E2AC88167F1}" dt="2025-10-14T01:03:33.869" v="10"/>
        <pc:sldMkLst>
          <pc:docMk/>
          <pc:sldMk cId="1722516545" sldId="271"/>
        </pc:sldMkLst>
      </pc:sldChg>
      <pc:sldChg chg="ord">
        <pc:chgData name="Chandra Prakash Bathula" userId="S::chandraprakash.bathula@slu.edu::1bbcd802-b19d-4007-8ff4-9de30793bbb6" providerId="AD" clId="Web-{6675857B-BD80-5E7B-2DA4-1E2AC88167F1}" dt="2025-10-14T01:03:54.822" v="14"/>
        <pc:sldMkLst>
          <pc:docMk/>
          <pc:sldMk cId="2002431189" sldId="272"/>
        </pc:sldMkLst>
      </pc:sldChg>
    </pc:docChg>
  </pc:docChgLst>
  <pc:docChgLst>
    <pc:chgData name="Chandra Prakash Bathula" userId="S::chandraprakash.bathula@slu.edu::1bbcd802-b19d-4007-8ff4-9de30793bbb6" providerId="AD" clId="Web-{9E378E4F-84E2-1D0A-5CD1-EB0545EC3B18}"/>
    <pc:docChg chg="addSld modSld">
      <pc:chgData name="Chandra Prakash Bathula" userId="S::chandraprakash.bathula@slu.edu::1bbcd802-b19d-4007-8ff4-9de30793bbb6" providerId="AD" clId="Web-{9E378E4F-84E2-1D0A-5CD1-EB0545EC3B18}" dt="2025-10-13T22:37:35.351" v="40" actId="20577"/>
      <pc:docMkLst>
        <pc:docMk/>
      </pc:docMkLst>
      <pc:sldChg chg="modSp">
        <pc:chgData name="Chandra Prakash Bathula" userId="S::chandraprakash.bathula@slu.edu::1bbcd802-b19d-4007-8ff4-9de30793bbb6" providerId="AD" clId="Web-{9E378E4F-84E2-1D0A-5CD1-EB0545EC3B18}" dt="2025-10-13T22:36:32.475" v="26" actId="14100"/>
        <pc:sldMkLst>
          <pc:docMk/>
          <pc:sldMk cId="109857222" sldId="256"/>
        </pc:sldMkLst>
        <pc:spChg chg="mod">
          <ac:chgData name="Chandra Prakash Bathula" userId="S::chandraprakash.bathula@slu.edu::1bbcd802-b19d-4007-8ff4-9de30793bbb6" providerId="AD" clId="Web-{9E378E4F-84E2-1D0A-5CD1-EB0545EC3B18}" dt="2025-10-13T21:42:47.732" v="17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Chandra Prakash Bathula" userId="S::chandraprakash.bathula@slu.edu::1bbcd802-b19d-4007-8ff4-9de30793bbb6" providerId="AD" clId="Web-{9E378E4F-84E2-1D0A-5CD1-EB0545EC3B18}" dt="2025-10-13T22:36:32.475" v="26" actId="14100"/>
          <ac:spMkLst>
            <pc:docMk/>
            <pc:sldMk cId="109857222" sldId="256"/>
            <ac:spMk id="3" creationId="{00000000-0000-0000-0000-000000000000}"/>
          </ac:spMkLst>
        </pc:spChg>
      </pc:sldChg>
      <pc:sldChg chg="modSp new">
        <pc:chgData name="Chandra Prakash Bathula" userId="S::chandraprakash.bathula@slu.edu::1bbcd802-b19d-4007-8ff4-9de30793bbb6" providerId="AD" clId="Web-{9E378E4F-84E2-1D0A-5CD1-EB0545EC3B18}" dt="2025-10-13T22:37:35.351" v="40" actId="20577"/>
        <pc:sldMkLst>
          <pc:docMk/>
          <pc:sldMk cId="3088867517" sldId="257"/>
        </pc:sldMkLst>
        <pc:spChg chg="mod">
          <ac:chgData name="Chandra Prakash Bathula" userId="S::chandraprakash.bathula@slu.edu::1bbcd802-b19d-4007-8ff4-9de30793bbb6" providerId="AD" clId="Web-{9E378E4F-84E2-1D0A-5CD1-EB0545EC3B18}" dt="2025-10-13T22:36:45.959" v="27" actId="20577"/>
          <ac:spMkLst>
            <pc:docMk/>
            <pc:sldMk cId="3088867517" sldId="257"/>
            <ac:spMk id="2" creationId="{DEAD3BAC-0347-D08A-7856-8033A3F42E1B}"/>
          </ac:spMkLst>
        </pc:spChg>
        <pc:spChg chg="mod">
          <ac:chgData name="Chandra Prakash Bathula" userId="S::chandraprakash.bathula@slu.edu::1bbcd802-b19d-4007-8ff4-9de30793bbb6" providerId="AD" clId="Web-{9E378E4F-84E2-1D0A-5CD1-EB0545EC3B18}" dt="2025-10-13T22:37:35.351" v="40" actId="20577"/>
          <ac:spMkLst>
            <pc:docMk/>
            <pc:sldMk cId="3088867517" sldId="257"/>
            <ac:spMk id="3" creationId="{42D214C4-C1FF-B461-2582-89D3F8F49F5C}"/>
          </ac:spMkLst>
        </pc:spChg>
      </pc:sldChg>
      <pc:sldChg chg="new">
        <pc:chgData name="Chandra Prakash Bathula" userId="S::chandraprakash.bathula@slu.edu::1bbcd802-b19d-4007-8ff4-9de30793bbb6" providerId="AD" clId="Web-{9E378E4F-84E2-1D0A-5CD1-EB0545EC3B18}" dt="2025-10-13T21:42:51.529" v="19"/>
        <pc:sldMkLst>
          <pc:docMk/>
          <pc:sldMk cId="2565069582" sldId="258"/>
        </pc:sldMkLst>
      </pc:sldChg>
      <pc:sldChg chg="new">
        <pc:chgData name="Chandra Prakash Bathula" userId="S::chandraprakash.bathula@slu.edu::1bbcd802-b19d-4007-8ff4-9de30793bbb6" providerId="AD" clId="Web-{9E378E4F-84E2-1D0A-5CD1-EB0545EC3B18}" dt="2025-10-13T21:42:52.763" v="20"/>
        <pc:sldMkLst>
          <pc:docMk/>
          <pc:sldMk cId="704223396" sldId="259"/>
        </pc:sldMkLst>
      </pc:sldChg>
      <pc:sldChg chg="new">
        <pc:chgData name="Chandra Prakash Bathula" userId="S::chandraprakash.bathula@slu.edu::1bbcd802-b19d-4007-8ff4-9de30793bbb6" providerId="AD" clId="Web-{9E378E4F-84E2-1D0A-5CD1-EB0545EC3B18}" dt="2025-10-13T21:42:54.044" v="21"/>
        <pc:sldMkLst>
          <pc:docMk/>
          <pc:sldMk cId="1017838464" sldId="260"/>
        </pc:sldMkLst>
      </pc:sldChg>
      <pc:sldChg chg="new">
        <pc:chgData name="Chandra Prakash Bathula" userId="S::chandraprakash.bathula@slu.edu::1bbcd802-b19d-4007-8ff4-9de30793bbb6" providerId="AD" clId="Web-{9E378E4F-84E2-1D0A-5CD1-EB0545EC3B18}" dt="2025-10-13T21:42:55.122" v="22"/>
        <pc:sldMkLst>
          <pc:docMk/>
          <pc:sldMk cId="726312749" sldId="261"/>
        </pc:sldMkLst>
      </pc:sldChg>
      <pc:sldChg chg="new">
        <pc:chgData name="Chandra Prakash Bathula" userId="S::chandraprakash.bathula@slu.edu::1bbcd802-b19d-4007-8ff4-9de30793bbb6" providerId="AD" clId="Web-{9E378E4F-84E2-1D0A-5CD1-EB0545EC3B18}" dt="2025-10-13T21:42:56.279" v="23"/>
        <pc:sldMkLst>
          <pc:docMk/>
          <pc:sldMk cId="2679237043" sldId="262"/>
        </pc:sldMkLst>
      </pc:sldChg>
    </pc:docChg>
  </pc:docChgLst>
  <pc:docChgLst>
    <pc:chgData name="Chandra Prakash Bathula" userId="S::chandraprakash.bathula@slu.edu::1bbcd802-b19d-4007-8ff4-9de30793bbb6" providerId="AD" clId="Web-{5CDDA71C-15A9-1207-51FE-3AC8E05B0221}"/>
    <pc:docChg chg="addSld delSld modSld sldOrd">
      <pc:chgData name="Chandra Prakash Bathula" userId="S::chandraprakash.bathula@slu.edu::1bbcd802-b19d-4007-8ff4-9de30793bbb6" providerId="AD" clId="Web-{5CDDA71C-15A9-1207-51FE-3AC8E05B0221}" dt="2025-10-14T00:36:12.014" v="544"/>
      <pc:docMkLst>
        <pc:docMk/>
      </pc:docMkLst>
      <pc:sldChg chg="addSp delSp modSp mod setBg">
        <pc:chgData name="Chandra Prakash Bathula" userId="S::chandraprakash.bathula@slu.edu::1bbcd802-b19d-4007-8ff4-9de30793bbb6" providerId="AD" clId="Web-{5CDDA71C-15A9-1207-51FE-3AC8E05B0221}" dt="2025-10-14T00:36:12.014" v="544"/>
        <pc:sldMkLst>
          <pc:docMk/>
          <pc:sldMk cId="109857222" sldId="256"/>
        </pc:sldMkLst>
        <pc:spChg chg="mod">
          <ac:chgData name="Chandra Prakash Bathula" userId="S::chandraprakash.bathula@slu.edu::1bbcd802-b19d-4007-8ff4-9de30793bbb6" providerId="AD" clId="Web-{5CDDA71C-15A9-1207-51FE-3AC8E05B0221}" dt="2025-10-13T23:44:10.574" v="500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Chandra Prakash Bathula" userId="S::chandraprakash.bathula@slu.edu::1bbcd802-b19d-4007-8ff4-9de30793bbb6" providerId="AD" clId="Web-{5CDDA71C-15A9-1207-51FE-3AC8E05B0221}" dt="2025-10-13T23:43:48.135" v="498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43:48.135" v="498"/>
          <ac:spMkLst>
            <pc:docMk/>
            <pc:sldMk cId="109857222" sldId="256"/>
            <ac:spMk id="9" creationId="{C1DD1A8A-57D5-4A81-AD04-532B043C5611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43:48.135" v="498"/>
          <ac:spMkLst>
            <pc:docMk/>
            <pc:sldMk cId="109857222" sldId="256"/>
            <ac:spMk id="11" creationId="{007891EC-4501-44ED-A8C8-B11B6DB767AB}"/>
          </ac:spMkLst>
        </pc:spChg>
        <pc:picChg chg="add del mod">
          <ac:chgData name="Chandra Prakash Bathula" userId="S::chandraprakash.bathula@slu.edu::1bbcd802-b19d-4007-8ff4-9de30793bbb6" providerId="AD" clId="Web-{5CDDA71C-15A9-1207-51FE-3AC8E05B0221}" dt="2025-10-14T00:36:12.014" v="544"/>
          <ac:picMkLst>
            <pc:docMk/>
            <pc:sldMk cId="109857222" sldId="256"/>
            <ac:picMk id="4" creationId="{A034FD44-0935-DE1B-0530-CB5FB47B1910}"/>
          </ac:picMkLst>
        </pc:picChg>
        <pc:picChg chg="add">
          <ac:chgData name="Chandra Prakash Bathula" userId="S::chandraprakash.bathula@slu.edu::1bbcd802-b19d-4007-8ff4-9de30793bbb6" providerId="AD" clId="Web-{5CDDA71C-15A9-1207-51FE-3AC8E05B0221}" dt="2025-10-13T23:43:48.135" v="498"/>
          <ac:picMkLst>
            <pc:docMk/>
            <pc:sldMk cId="109857222" sldId="256"/>
            <ac:picMk id="5" creationId="{BACE4374-C0CE-3E2F-2402-CE159486EEEB}"/>
          </ac:picMkLst>
        </pc:picChg>
      </pc:sldChg>
      <pc:sldChg chg="addSp delSp modSp del mod setBg">
        <pc:chgData name="Chandra Prakash Bathula" userId="S::chandraprakash.bathula@slu.edu::1bbcd802-b19d-4007-8ff4-9de30793bbb6" providerId="AD" clId="Web-{5CDDA71C-15A9-1207-51FE-3AC8E05B0221}" dt="2025-10-13T23:14:33.981" v="197"/>
        <pc:sldMkLst>
          <pc:docMk/>
          <pc:sldMk cId="3088867517" sldId="257"/>
        </pc:sldMkLst>
        <pc:spChg chg="mod">
          <ac:chgData name="Chandra Prakash Bathula" userId="S::chandraprakash.bathula@slu.edu::1bbcd802-b19d-4007-8ff4-9de30793bbb6" providerId="AD" clId="Web-{5CDDA71C-15A9-1207-51FE-3AC8E05B0221}" dt="2025-10-13T23:00:48.905" v="140"/>
          <ac:spMkLst>
            <pc:docMk/>
            <pc:sldMk cId="3088867517" sldId="257"/>
            <ac:spMk id="2" creationId="{DEAD3BAC-0347-D08A-7856-8033A3F42E1B}"/>
          </ac:spMkLst>
        </pc:spChg>
        <pc:spChg chg="mod">
          <ac:chgData name="Chandra Prakash Bathula" userId="S::chandraprakash.bathula@slu.edu::1bbcd802-b19d-4007-8ff4-9de30793bbb6" providerId="AD" clId="Web-{5CDDA71C-15A9-1207-51FE-3AC8E05B0221}" dt="2025-10-13T23:14:30.403" v="195" actId="20577"/>
          <ac:spMkLst>
            <pc:docMk/>
            <pc:sldMk cId="3088867517" sldId="257"/>
            <ac:spMk id="3" creationId="{42D214C4-C1FF-B461-2582-89D3F8F49F5C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00:48.905" v="140"/>
          <ac:spMkLst>
            <pc:docMk/>
            <pc:sldMk cId="3088867517" sldId="257"/>
            <ac:spMk id="8" creationId="{DEE2AD96-B495-4E06-9291-B71706F728CB}"/>
          </ac:spMkLst>
        </pc:spChg>
        <pc:spChg chg="add del">
          <ac:chgData name="Chandra Prakash Bathula" userId="S::chandraprakash.bathula@slu.edu::1bbcd802-b19d-4007-8ff4-9de30793bbb6" providerId="AD" clId="Web-{5CDDA71C-15A9-1207-51FE-3AC8E05B0221}" dt="2025-10-13T23:00:48.889" v="139"/>
          <ac:spMkLst>
            <pc:docMk/>
            <pc:sldMk cId="3088867517" sldId="257"/>
            <ac:spMk id="9" creationId="{C0763A76-9F1C-4FC5-82B7-DD475DA461B2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00:48.905" v="140"/>
          <ac:spMkLst>
            <pc:docMk/>
            <pc:sldMk cId="3088867517" sldId="257"/>
            <ac:spMk id="10" creationId="{53CF6D67-C5A8-4ADD-9E8E-1E38CA1D3166}"/>
          </ac:spMkLst>
        </pc:spChg>
        <pc:spChg chg="add del">
          <ac:chgData name="Chandra Prakash Bathula" userId="S::chandraprakash.bathula@slu.edu::1bbcd802-b19d-4007-8ff4-9de30793bbb6" providerId="AD" clId="Web-{5CDDA71C-15A9-1207-51FE-3AC8E05B0221}" dt="2025-10-13T23:00:48.889" v="139"/>
          <ac:spMkLst>
            <pc:docMk/>
            <pc:sldMk cId="3088867517" sldId="257"/>
            <ac:spMk id="11" creationId="{E81BF4F6-F2CF-4984-9D14-D6966D92F99F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00:48.905" v="140"/>
          <ac:spMkLst>
            <pc:docMk/>
            <pc:sldMk cId="3088867517" sldId="257"/>
            <ac:spMk id="12" creationId="{86909FA0-B515-4681-B7A8-FA281D133B94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00:48.905" v="140"/>
          <ac:spMkLst>
            <pc:docMk/>
            <pc:sldMk cId="3088867517" sldId="257"/>
            <ac:spMk id="14" creationId="{21C9FE86-FCC3-4A31-AA1C-C882262B7FE7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00:48.905" v="140"/>
          <ac:spMkLst>
            <pc:docMk/>
            <pc:sldMk cId="3088867517" sldId="257"/>
            <ac:spMk id="16" creationId="{7D96243B-ECED-4B71-8E06-AE9A285EAD20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00:48.905" v="140"/>
          <ac:spMkLst>
            <pc:docMk/>
            <pc:sldMk cId="3088867517" sldId="257"/>
            <ac:spMk id="18" creationId="{A09989E4-EFDC-4A90-A633-E0525FB4139E}"/>
          </ac:spMkLst>
        </pc:spChg>
        <pc:picChg chg="add del">
          <ac:chgData name="Chandra Prakash Bathula" userId="S::chandraprakash.bathula@slu.edu::1bbcd802-b19d-4007-8ff4-9de30793bbb6" providerId="AD" clId="Web-{5CDDA71C-15A9-1207-51FE-3AC8E05B0221}" dt="2025-10-13T23:00:48.889" v="139"/>
          <ac:picMkLst>
            <pc:docMk/>
            <pc:sldMk cId="3088867517" sldId="257"/>
            <ac:picMk id="5" creationId="{4E594878-E8AC-2C04-729C-35F2BCF68AA4}"/>
          </ac:picMkLst>
        </pc:picChg>
      </pc:sldChg>
      <pc:sldChg chg="addSp delSp modSp mod setBg">
        <pc:chgData name="Chandra Prakash Bathula" userId="S::chandraprakash.bathula@slu.edu::1bbcd802-b19d-4007-8ff4-9de30793bbb6" providerId="AD" clId="Web-{5CDDA71C-15A9-1207-51FE-3AC8E05B0221}" dt="2025-10-13T23:42:35.414" v="496"/>
        <pc:sldMkLst>
          <pc:docMk/>
          <pc:sldMk cId="2565069582" sldId="258"/>
        </pc:sldMkLst>
        <pc:spChg chg="mod">
          <ac:chgData name="Chandra Prakash Bathula" userId="S::chandraprakash.bathula@slu.edu::1bbcd802-b19d-4007-8ff4-9de30793bbb6" providerId="AD" clId="Web-{5CDDA71C-15A9-1207-51FE-3AC8E05B0221}" dt="2025-10-13T23:42:35.414" v="496"/>
          <ac:spMkLst>
            <pc:docMk/>
            <pc:sldMk cId="2565069582" sldId="258"/>
            <ac:spMk id="2" creationId="{708414F6-AA3A-8ADA-6554-C808C566AF0F}"/>
          </ac:spMkLst>
        </pc:spChg>
        <pc:spChg chg="mod">
          <ac:chgData name="Chandra Prakash Bathula" userId="S::chandraprakash.bathula@slu.edu::1bbcd802-b19d-4007-8ff4-9de30793bbb6" providerId="AD" clId="Web-{5CDDA71C-15A9-1207-51FE-3AC8E05B0221}" dt="2025-10-13T23:42:35.414" v="496"/>
          <ac:spMkLst>
            <pc:docMk/>
            <pc:sldMk cId="2565069582" sldId="258"/>
            <ac:spMk id="3" creationId="{C2A7A96F-1AAB-83B6-EBDC-8888B2E1B455}"/>
          </ac:spMkLst>
        </pc:spChg>
        <pc:spChg chg="add del">
          <ac:chgData name="Chandra Prakash Bathula" userId="S::chandraprakash.bathula@slu.edu::1bbcd802-b19d-4007-8ff4-9de30793bbb6" providerId="AD" clId="Web-{5CDDA71C-15A9-1207-51FE-3AC8E05B0221}" dt="2025-10-13T23:42:24.773" v="494"/>
          <ac:spMkLst>
            <pc:docMk/>
            <pc:sldMk cId="2565069582" sldId="258"/>
            <ac:spMk id="13" creationId="{5EF17487-C386-4F99-B5EB-4FD3DF4236B2}"/>
          </ac:spMkLst>
        </pc:spChg>
        <pc:spChg chg="add del">
          <ac:chgData name="Chandra Prakash Bathula" userId="S::chandraprakash.bathula@slu.edu::1bbcd802-b19d-4007-8ff4-9de30793bbb6" providerId="AD" clId="Web-{5CDDA71C-15A9-1207-51FE-3AC8E05B0221}" dt="2025-10-13T23:42:24.773" v="494"/>
          <ac:spMkLst>
            <pc:docMk/>
            <pc:sldMk cId="2565069582" sldId="258"/>
            <ac:spMk id="15" creationId="{A0DE92DF-4769-4DE9-93FD-EE31271850CA}"/>
          </ac:spMkLst>
        </pc:spChg>
        <pc:spChg chg="add del">
          <ac:chgData name="Chandra Prakash Bathula" userId="S::chandraprakash.bathula@slu.edu::1bbcd802-b19d-4007-8ff4-9de30793bbb6" providerId="AD" clId="Web-{5CDDA71C-15A9-1207-51FE-3AC8E05B0221}" dt="2025-10-13T23:42:35.414" v="496"/>
          <ac:spMkLst>
            <pc:docMk/>
            <pc:sldMk cId="2565069582" sldId="258"/>
            <ac:spMk id="20" creationId="{6D22FA1E-E02A-4FC5-BBA6-577D6DA0C8C8}"/>
          </ac:spMkLst>
        </pc:spChg>
        <pc:spChg chg="add del">
          <ac:chgData name="Chandra Prakash Bathula" userId="S::chandraprakash.bathula@slu.edu::1bbcd802-b19d-4007-8ff4-9de30793bbb6" providerId="AD" clId="Web-{5CDDA71C-15A9-1207-51FE-3AC8E05B0221}" dt="2025-10-13T23:42:35.414" v="496"/>
          <ac:spMkLst>
            <pc:docMk/>
            <pc:sldMk cId="2565069582" sldId="258"/>
            <ac:spMk id="22" creationId="{05D27520-F270-4F3D-A46E-76A337B6E167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42:35.414" v="496"/>
          <ac:spMkLst>
            <pc:docMk/>
            <pc:sldMk cId="2565069582" sldId="258"/>
            <ac:spMk id="27" creationId="{4C2AC11E-3162-4990-A36E-92B07ECF16C2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42:35.414" v="496"/>
          <ac:spMkLst>
            <pc:docMk/>
            <pc:sldMk cId="2565069582" sldId="258"/>
            <ac:spMk id="29" creationId="{9073D962-D3D2-4A72-8593-65C213CBFFC3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42:35.414" v="496"/>
          <ac:spMkLst>
            <pc:docMk/>
            <pc:sldMk cId="2565069582" sldId="258"/>
            <ac:spMk id="31" creationId="{2387511B-F6E1-4929-AC90-94FB8B6B0F41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42:35.414" v="496"/>
          <ac:spMkLst>
            <pc:docMk/>
            <pc:sldMk cId="2565069582" sldId="258"/>
            <ac:spMk id="33" creationId="{AA58F78C-27AB-465F-AA33-15E08AF267F9}"/>
          </ac:spMkLst>
        </pc:spChg>
        <pc:picChg chg="add del mod">
          <ac:chgData name="Chandra Prakash Bathula" userId="S::chandraprakash.bathula@slu.edu::1bbcd802-b19d-4007-8ff4-9de30793bbb6" providerId="AD" clId="Web-{5CDDA71C-15A9-1207-51FE-3AC8E05B0221}" dt="2025-10-13T23:02:00.828" v="148"/>
          <ac:picMkLst>
            <pc:docMk/>
            <pc:sldMk cId="2565069582" sldId="258"/>
            <ac:picMk id="4" creationId="{4FB6A491-246D-9753-08DA-483B4EE0DB74}"/>
          </ac:picMkLst>
        </pc:picChg>
        <pc:picChg chg="add del mod">
          <ac:chgData name="Chandra Prakash Bathula" userId="S::chandraprakash.bathula@slu.edu::1bbcd802-b19d-4007-8ff4-9de30793bbb6" providerId="AD" clId="Web-{5CDDA71C-15A9-1207-51FE-3AC8E05B0221}" dt="2025-10-13T23:02:04.875" v="150"/>
          <ac:picMkLst>
            <pc:docMk/>
            <pc:sldMk cId="2565069582" sldId="258"/>
            <ac:picMk id="5" creationId="{449C0373-56BB-3AF4-C123-6F2DD96EDD18}"/>
          </ac:picMkLst>
        </pc:picChg>
        <pc:picChg chg="add del mod">
          <ac:chgData name="Chandra Prakash Bathula" userId="S::chandraprakash.bathula@slu.edu::1bbcd802-b19d-4007-8ff4-9de30793bbb6" providerId="AD" clId="Web-{5CDDA71C-15A9-1207-51FE-3AC8E05B0221}" dt="2025-10-13T23:41:43.006" v="489"/>
          <ac:picMkLst>
            <pc:docMk/>
            <pc:sldMk cId="2565069582" sldId="258"/>
            <ac:picMk id="6" creationId="{269002EF-9A91-E944-8168-ACF7F8D9FDE3}"/>
          </ac:picMkLst>
        </pc:picChg>
        <pc:picChg chg="add mod ord">
          <ac:chgData name="Chandra Prakash Bathula" userId="S::chandraprakash.bathula@slu.edu::1bbcd802-b19d-4007-8ff4-9de30793bbb6" providerId="AD" clId="Web-{5CDDA71C-15A9-1207-51FE-3AC8E05B0221}" dt="2025-10-13T23:42:24.773" v="494"/>
          <ac:picMkLst>
            <pc:docMk/>
            <pc:sldMk cId="2565069582" sldId="258"/>
            <ac:picMk id="7" creationId="{9628FA18-97BB-FF17-32EF-723F7F6AEA55}"/>
          </ac:picMkLst>
        </pc:picChg>
        <pc:picChg chg="add mod">
          <ac:chgData name="Chandra Prakash Bathula" userId="S::chandraprakash.bathula@slu.edu::1bbcd802-b19d-4007-8ff4-9de30793bbb6" providerId="AD" clId="Web-{5CDDA71C-15A9-1207-51FE-3AC8E05B0221}" dt="2025-10-13T23:42:35.414" v="496"/>
          <ac:picMkLst>
            <pc:docMk/>
            <pc:sldMk cId="2565069582" sldId="258"/>
            <ac:picMk id="8" creationId="{1696175F-AEFA-5288-C917-9E79CED1ECB4}"/>
          </ac:picMkLst>
        </pc:picChg>
        <pc:picChg chg="add mod">
          <ac:chgData name="Chandra Prakash Bathula" userId="S::chandraprakash.bathula@slu.edu::1bbcd802-b19d-4007-8ff4-9de30793bbb6" providerId="AD" clId="Web-{5CDDA71C-15A9-1207-51FE-3AC8E05B0221}" dt="2025-10-13T23:42:24.773" v="494"/>
          <ac:picMkLst>
            <pc:docMk/>
            <pc:sldMk cId="2565069582" sldId="258"/>
            <ac:picMk id="9" creationId="{12B168AE-4CAB-E630-719F-FB56DF5DA0F8}"/>
          </ac:picMkLst>
        </pc:picChg>
        <pc:picChg chg="add mod">
          <ac:chgData name="Chandra Prakash Bathula" userId="S::chandraprakash.bathula@slu.edu::1bbcd802-b19d-4007-8ff4-9de30793bbb6" providerId="AD" clId="Web-{5CDDA71C-15A9-1207-51FE-3AC8E05B0221}" dt="2025-10-13T23:42:35.414" v="496"/>
          <ac:picMkLst>
            <pc:docMk/>
            <pc:sldMk cId="2565069582" sldId="258"/>
            <ac:picMk id="10" creationId="{11679916-4319-9158-A9E4-B059A0B3D2CE}"/>
          </ac:picMkLst>
        </pc:picChg>
      </pc:sldChg>
      <pc:sldChg chg="addSp delSp modSp del mod setBg">
        <pc:chgData name="Chandra Prakash Bathula" userId="S::chandraprakash.bathula@slu.edu::1bbcd802-b19d-4007-8ff4-9de30793bbb6" providerId="AD" clId="Web-{5CDDA71C-15A9-1207-51FE-3AC8E05B0221}" dt="2025-10-13T23:15:41.764" v="217"/>
        <pc:sldMkLst>
          <pc:docMk/>
          <pc:sldMk cId="704223396" sldId="259"/>
        </pc:sldMkLst>
        <pc:spChg chg="mod">
          <ac:chgData name="Chandra Prakash Bathula" userId="S::chandraprakash.bathula@slu.edu::1bbcd802-b19d-4007-8ff4-9de30793bbb6" providerId="AD" clId="Web-{5CDDA71C-15A9-1207-51FE-3AC8E05B0221}" dt="2025-10-13T23:05:38.252" v="186"/>
          <ac:spMkLst>
            <pc:docMk/>
            <pc:sldMk cId="704223396" sldId="259"/>
            <ac:spMk id="2" creationId="{CB6BADF7-4E8D-7394-6C7D-792D2A9B5086}"/>
          </ac:spMkLst>
        </pc:spChg>
        <pc:spChg chg="mod">
          <ac:chgData name="Chandra Prakash Bathula" userId="S::chandraprakash.bathula@slu.edu::1bbcd802-b19d-4007-8ff4-9de30793bbb6" providerId="AD" clId="Web-{5CDDA71C-15A9-1207-51FE-3AC8E05B0221}" dt="2025-10-13T23:05:38.252" v="186"/>
          <ac:spMkLst>
            <pc:docMk/>
            <pc:sldMk cId="704223396" sldId="259"/>
            <ac:spMk id="3" creationId="{997D60A5-ADA0-9AD0-FEA0-B47BF6E8551E}"/>
          </ac:spMkLst>
        </pc:spChg>
        <pc:spChg chg="add del">
          <ac:chgData name="Chandra Prakash Bathula" userId="S::chandraprakash.bathula@slu.edu::1bbcd802-b19d-4007-8ff4-9de30793bbb6" providerId="AD" clId="Web-{5CDDA71C-15A9-1207-51FE-3AC8E05B0221}" dt="2025-10-13T23:05:38.252" v="185"/>
          <ac:spMkLst>
            <pc:docMk/>
            <pc:sldMk cId="704223396" sldId="259"/>
            <ac:spMk id="9" creationId="{743AA782-23D1-4521-8CAD-47662984AA08}"/>
          </ac:spMkLst>
        </pc:spChg>
        <pc:spChg chg="add del">
          <ac:chgData name="Chandra Prakash Bathula" userId="S::chandraprakash.bathula@slu.edu::1bbcd802-b19d-4007-8ff4-9de30793bbb6" providerId="AD" clId="Web-{5CDDA71C-15A9-1207-51FE-3AC8E05B0221}" dt="2025-10-13T23:05:38.252" v="185"/>
          <ac:spMkLst>
            <pc:docMk/>
            <pc:sldMk cId="704223396" sldId="259"/>
            <ac:spMk id="11" creationId="{71877DBC-BB60-40F0-AC93-2ACDBAAE60CE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05:38.252" v="186"/>
          <ac:spMkLst>
            <pc:docMk/>
            <pc:sldMk cId="704223396" sldId="259"/>
            <ac:spMk id="13" creationId="{5AA03EDC-7067-4DFF-B672-541D016AAAB8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05:38.252" v="186"/>
          <ac:spMkLst>
            <pc:docMk/>
            <pc:sldMk cId="704223396" sldId="259"/>
            <ac:spMk id="14" creationId="{0EBF3E39-B0BE-496A-8604-9007470FFA3A}"/>
          </ac:spMkLst>
        </pc:spChg>
        <pc:picChg chg="add mod">
          <ac:chgData name="Chandra Prakash Bathula" userId="S::chandraprakash.bathula@slu.edu::1bbcd802-b19d-4007-8ff4-9de30793bbb6" providerId="AD" clId="Web-{5CDDA71C-15A9-1207-51FE-3AC8E05B0221}" dt="2025-10-13T23:05:38.252" v="186"/>
          <ac:picMkLst>
            <pc:docMk/>
            <pc:sldMk cId="704223396" sldId="259"/>
            <ac:picMk id="4" creationId="{3EA6E01F-EF6E-719C-7AFC-199853F2B1FA}"/>
          </ac:picMkLst>
        </pc:picChg>
      </pc:sldChg>
      <pc:sldChg chg="addSp delSp modSp del mod ord setBg">
        <pc:chgData name="Chandra Prakash Bathula" userId="S::chandraprakash.bathula@slu.edu::1bbcd802-b19d-4007-8ff4-9de30793bbb6" providerId="AD" clId="Web-{5CDDA71C-15A9-1207-51FE-3AC8E05B0221}" dt="2025-10-13T23:17:23.594" v="248"/>
        <pc:sldMkLst>
          <pc:docMk/>
          <pc:sldMk cId="1017838464" sldId="260"/>
        </pc:sldMkLst>
        <pc:spChg chg="mod">
          <ac:chgData name="Chandra Prakash Bathula" userId="S::chandraprakash.bathula@slu.edu::1bbcd802-b19d-4007-8ff4-9de30793bbb6" providerId="AD" clId="Web-{5CDDA71C-15A9-1207-51FE-3AC8E05B0221}" dt="2025-10-13T23:16:52.125" v="232" actId="20577"/>
          <ac:spMkLst>
            <pc:docMk/>
            <pc:sldMk cId="1017838464" sldId="260"/>
            <ac:spMk id="2" creationId="{8EDEAF37-1502-DEFA-2ABC-81113A428462}"/>
          </ac:spMkLst>
        </pc:spChg>
        <pc:spChg chg="mod">
          <ac:chgData name="Chandra Prakash Bathula" userId="S::chandraprakash.bathula@slu.edu::1bbcd802-b19d-4007-8ff4-9de30793bbb6" providerId="AD" clId="Web-{5CDDA71C-15A9-1207-51FE-3AC8E05B0221}" dt="2025-10-13T23:06:03.909" v="190"/>
          <ac:spMkLst>
            <pc:docMk/>
            <pc:sldMk cId="1017838464" sldId="260"/>
            <ac:spMk id="3" creationId="{23E47137-8E5D-A091-C48B-C699735E3857}"/>
          </ac:spMkLst>
        </pc:spChg>
        <pc:spChg chg="add del">
          <ac:chgData name="Chandra Prakash Bathula" userId="S::chandraprakash.bathula@slu.edu::1bbcd802-b19d-4007-8ff4-9de30793bbb6" providerId="AD" clId="Web-{5CDDA71C-15A9-1207-51FE-3AC8E05B0221}" dt="2025-10-13T23:06:03.894" v="189"/>
          <ac:spMkLst>
            <pc:docMk/>
            <pc:sldMk cId="1017838464" sldId="260"/>
            <ac:spMk id="9" creationId="{7D07B7BC-3270-4CF3-A7AA-0937908AD58A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06:03.909" v="190"/>
          <ac:spMkLst>
            <pc:docMk/>
            <pc:sldMk cId="1017838464" sldId="260"/>
            <ac:spMk id="13" creationId="{E659831F-0D9A-4C63-9EBB-8435B85A440F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06:03.909" v="190"/>
          <ac:spMkLst>
            <pc:docMk/>
            <pc:sldMk cId="1017838464" sldId="260"/>
            <ac:spMk id="24" creationId="{058A14AF-9FB5-4CC7-BA35-E8E85D3EDF0E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06:03.909" v="190"/>
          <ac:spMkLst>
            <pc:docMk/>
            <pc:sldMk cId="1017838464" sldId="260"/>
            <ac:spMk id="25" creationId="{3A9A4357-BD1D-4622-A4FE-766E6AB8DE84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06:03.909" v="190"/>
          <ac:spMkLst>
            <pc:docMk/>
            <pc:sldMk cId="1017838464" sldId="260"/>
            <ac:spMk id="26" creationId="{E6995CE5-F890-4ABA-82A2-26507CE8D2A3}"/>
          </ac:spMkLst>
        </pc:spChg>
        <pc:grpChg chg="add del">
          <ac:chgData name="Chandra Prakash Bathula" userId="S::chandraprakash.bathula@slu.edu::1bbcd802-b19d-4007-8ff4-9de30793bbb6" providerId="AD" clId="Web-{5CDDA71C-15A9-1207-51FE-3AC8E05B0221}" dt="2025-10-13T23:06:03.894" v="189"/>
          <ac:grpSpMkLst>
            <pc:docMk/>
            <pc:sldMk cId="1017838464" sldId="260"/>
            <ac:grpSpMk id="11" creationId="{3248F5E6-4377-481A-9615-8B26AF96A076}"/>
          </ac:grpSpMkLst>
        </pc:grpChg>
        <pc:grpChg chg="add del">
          <ac:chgData name="Chandra Prakash Bathula" userId="S::chandraprakash.bathula@slu.edu::1bbcd802-b19d-4007-8ff4-9de30793bbb6" providerId="AD" clId="Web-{5CDDA71C-15A9-1207-51FE-3AC8E05B0221}" dt="2025-10-13T23:06:03.894" v="189"/>
          <ac:grpSpMkLst>
            <pc:docMk/>
            <pc:sldMk cId="1017838464" sldId="260"/>
            <ac:grpSpMk id="15" creationId="{E27AF472-EAE3-4572-AB69-B92BD10DBC6D}"/>
          </ac:grpSpMkLst>
        </pc:grpChg>
        <pc:picChg chg="add mod ord">
          <ac:chgData name="Chandra Prakash Bathula" userId="S::chandraprakash.bathula@slu.edu::1bbcd802-b19d-4007-8ff4-9de30793bbb6" providerId="AD" clId="Web-{5CDDA71C-15A9-1207-51FE-3AC8E05B0221}" dt="2025-10-13T23:06:03.909" v="190"/>
          <ac:picMkLst>
            <pc:docMk/>
            <pc:sldMk cId="1017838464" sldId="260"/>
            <ac:picMk id="4" creationId="{39C6AFAD-B901-DFF1-AB6D-022930C7E052}"/>
          </ac:picMkLst>
        </pc:picChg>
      </pc:sldChg>
      <pc:sldChg chg="addSp delSp modSp mod ord setBg">
        <pc:chgData name="Chandra Prakash Bathula" userId="S::chandraprakash.bathula@slu.edu::1bbcd802-b19d-4007-8ff4-9de30793bbb6" providerId="AD" clId="Web-{5CDDA71C-15A9-1207-51FE-3AC8E05B0221}" dt="2025-10-13T23:29:01.869" v="371" actId="1076"/>
        <pc:sldMkLst>
          <pc:docMk/>
          <pc:sldMk cId="726312749" sldId="261"/>
        </pc:sldMkLst>
        <pc:spChg chg="mod">
          <ac:chgData name="Chandra Prakash Bathula" userId="S::chandraprakash.bathula@slu.edu::1bbcd802-b19d-4007-8ff4-9de30793bbb6" providerId="AD" clId="Web-{5CDDA71C-15A9-1207-51FE-3AC8E05B0221}" dt="2025-10-13T23:28:46.322" v="365"/>
          <ac:spMkLst>
            <pc:docMk/>
            <pc:sldMk cId="726312749" sldId="261"/>
            <ac:spMk id="2" creationId="{4060AAD3-71FA-F633-EA3F-F5F00424784D}"/>
          </ac:spMkLst>
        </pc:spChg>
        <pc:spChg chg="mod ord">
          <ac:chgData name="Chandra Prakash Bathula" userId="S::chandraprakash.bathula@slu.edu::1bbcd802-b19d-4007-8ff4-9de30793bbb6" providerId="AD" clId="Web-{5CDDA71C-15A9-1207-51FE-3AC8E05B0221}" dt="2025-10-13T23:28:46.322" v="365"/>
          <ac:spMkLst>
            <pc:docMk/>
            <pc:sldMk cId="726312749" sldId="261"/>
            <ac:spMk id="3" creationId="{A234C970-EEE1-F097-3267-B674837CB9FF}"/>
          </ac:spMkLst>
        </pc:spChg>
        <pc:spChg chg="add del">
          <ac:chgData name="Chandra Prakash Bathula" userId="S::chandraprakash.bathula@slu.edu::1bbcd802-b19d-4007-8ff4-9de30793bbb6" providerId="AD" clId="Web-{5CDDA71C-15A9-1207-51FE-3AC8E05B0221}" dt="2025-10-13T23:28:03.056" v="362"/>
          <ac:spMkLst>
            <pc:docMk/>
            <pc:sldMk cId="726312749" sldId="261"/>
            <ac:spMk id="12" creationId="{D2B783EE-0239-4717-BBEA-8C9EAC61C824}"/>
          </ac:spMkLst>
        </pc:spChg>
        <pc:spChg chg="add del">
          <ac:chgData name="Chandra Prakash Bathula" userId="S::chandraprakash.bathula@slu.edu::1bbcd802-b19d-4007-8ff4-9de30793bbb6" providerId="AD" clId="Web-{5CDDA71C-15A9-1207-51FE-3AC8E05B0221}" dt="2025-10-13T23:28:03.056" v="362"/>
          <ac:spMkLst>
            <pc:docMk/>
            <pc:sldMk cId="726312749" sldId="261"/>
            <ac:spMk id="14" creationId="{A7B99495-F43F-4D80-A44F-2CB4764EB90B}"/>
          </ac:spMkLst>
        </pc:spChg>
        <pc:spChg chg="add del">
          <ac:chgData name="Chandra Prakash Bathula" userId="S::chandraprakash.bathula@slu.edu::1bbcd802-b19d-4007-8ff4-9de30793bbb6" providerId="AD" clId="Web-{5CDDA71C-15A9-1207-51FE-3AC8E05B0221}" dt="2025-10-13T23:28:03.056" v="362"/>
          <ac:spMkLst>
            <pc:docMk/>
            <pc:sldMk cId="726312749" sldId="261"/>
            <ac:spMk id="16" creationId="{70BEB1E7-2F88-40BC-B73D-42E5B6F80BFC}"/>
          </ac:spMkLst>
        </pc:spChg>
        <pc:spChg chg="add del">
          <ac:chgData name="Chandra Prakash Bathula" userId="S::chandraprakash.bathula@slu.edu::1bbcd802-b19d-4007-8ff4-9de30793bbb6" providerId="AD" clId="Web-{5CDDA71C-15A9-1207-51FE-3AC8E05B0221}" dt="2025-10-13T23:28:46.322" v="365"/>
          <ac:spMkLst>
            <pc:docMk/>
            <pc:sldMk cId="726312749" sldId="261"/>
            <ac:spMk id="19" creationId="{7E6D2D34-4BB4-460B-8844-027610FB21F5}"/>
          </ac:spMkLst>
        </pc:spChg>
        <pc:grpChg chg="add del">
          <ac:chgData name="Chandra Prakash Bathula" userId="S::chandraprakash.bathula@slu.edu::1bbcd802-b19d-4007-8ff4-9de30793bbb6" providerId="AD" clId="Web-{5CDDA71C-15A9-1207-51FE-3AC8E05B0221}" dt="2025-10-13T23:28:46.322" v="365"/>
          <ac:grpSpMkLst>
            <pc:docMk/>
            <pc:sldMk cId="726312749" sldId="261"/>
            <ac:grpSpMk id="20" creationId="{C5314570-9B06-4D37-8CBD-EDD67C2FA205}"/>
          </ac:grpSpMkLst>
        </pc:grpChg>
        <pc:picChg chg="add del mod">
          <ac:chgData name="Chandra Prakash Bathula" userId="S::chandraprakash.bathula@slu.edu::1bbcd802-b19d-4007-8ff4-9de30793bbb6" providerId="AD" clId="Web-{5CDDA71C-15A9-1207-51FE-3AC8E05B0221}" dt="2025-10-13T23:27:20.446" v="357"/>
          <ac:picMkLst>
            <pc:docMk/>
            <pc:sldMk cId="726312749" sldId="261"/>
            <ac:picMk id="4" creationId="{1A0C9E63-D16E-059A-A1DA-72783EB56CE6}"/>
          </ac:picMkLst>
        </pc:picChg>
        <pc:picChg chg="add del mod">
          <ac:chgData name="Chandra Prakash Bathula" userId="S::chandraprakash.bathula@slu.edu::1bbcd802-b19d-4007-8ff4-9de30793bbb6" providerId="AD" clId="Web-{5CDDA71C-15A9-1207-51FE-3AC8E05B0221}" dt="2025-10-13T23:27:19.743" v="356"/>
          <ac:picMkLst>
            <pc:docMk/>
            <pc:sldMk cId="726312749" sldId="261"/>
            <ac:picMk id="5" creationId="{BC77D634-A735-DCCD-DAA5-9B31E968C9D6}"/>
          </ac:picMkLst>
        </pc:picChg>
        <pc:picChg chg="add mod ord">
          <ac:chgData name="Chandra Prakash Bathula" userId="S::chandraprakash.bathula@slu.edu::1bbcd802-b19d-4007-8ff4-9de30793bbb6" providerId="AD" clId="Web-{5CDDA71C-15A9-1207-51FE-3AC8E05B0221}" dt="2025-10-13T23:28:59.713" v="370" actId="1076"/>
          <ac:picMkLst>
            <pc:docMk/>
            <pc:sldMk cId="726312749" sldId="261"/>
            <ac:picMk id="6" creationId="{C76A5FF9-8E7E-CE9E-F80F-2495CF504E1F}"/>
          </ac:picMkLst>
        </pc:picChg>
        <pc:picChg chg="add mod ord">
          <ac:chgData name="Chandra Prakash Bathula" userId="S::chandraprakash.bathula@slu.edu::1bbcd802-b19d-4007-8ff4-9de30793bbb6" providerId="AD" clId="Web-{5CDDA71C-15A9-1207-51FE-3AC8E05B0221}" dt="2025-10-13T23:29:01.869" v="371" actId="1076"/>
          <ac:picMkLst>
            <pc:docMk/>
            <pc:sldMk cId="726312749" sldId="261"/>
            <ac:picMk id="7" creationId="{B1ACEE70-B350-F85E-E0F4-867831B5EFDE}"/>
          </ac:picMkLst>
        </pc:picChg>
        <pc:picChg chg="add mod">
          <ac:chgData name="Chandra Prakash Bathula" userId="S::chandraprakash.bathula@slu.edu::1bbcd802-b19d-4007-8ff4-9de30793bbb6" providerId="AD" clId="Web-{5CDDA71C-15A9-1207-51FE-3AC8E05B0221}" dt="2025-10-13T23:28:57.806" v="369" actId="14100"/>
          <ac:picMkLst>
            <pc:docMk/>
            <pc:sldMk cId="726312749" sldId="261"/>
            <ac:picMk id="8" creationId="{3B7A58AE-C764-65B4-C2F7-E0FC356BD221}"/>
          </ac:picMkLst>
        </pc:picChg>
        <pc:cxnChg chg="add">
          <ac:chgData name="Chandra Prakash Bathula" userId="S::chandraprakash.bathula@slu.edu::1bbcd802-b19d-4007-8ff4-9de30793bbb6" providerId="AD" clId="Web-{5CDDA71C-15A9-1207-51FE-3AC8E05B0221}" dt="2025-10-13T23:28:46.322" v="365"/>
          <ac:cxnSpMkLst>
            <pc:docMk/>
            <pc:sldMk cId="726312749" sldId="261"/>
            <ac:cxnSpMk id="26" creationId="{1503BFE4-729B-D9D0-C17B-501E6AF1127A}"/>
          </ac:cxnSpMkLst>
        </pc:cxnChg>
      </pc:sldChg>
      <pc:sldChg chg="addSp delSp modSp mod ord setBg">
        <pc:chgData name="Chandra Prakash Bathula" userId="S::chandraprakash.bathula@slu.edu::1bbcd802-b19d-4007-8ff4-9de30793bbb6" providerId="AD" clId="Web-{5CDDA71C-15A9-1207-51FE-3AC8E05B0221}" dt="2025-10-13T23:35:28.386" v="415"/>
        <pc:sldMkLst>
          <pc:docMk/>
          <pc:sldMk cId="2679237043" sldId="262"/>
        </pc:sldMkLst>
        <pc:spChg chg="mod">
          <ac:chgData name="Chandra Prakash Bathula" userId="S::chandraprakash.bathula@slu.edu::1bbcd802-b19d-4007-8ff4-9de30793bbb6" providerId="AD" clId="Web-{5CDDA71C-15A9-1207-51FE-3AC8E05B0221}" dt="2025-10-13T23:35:28.386" v="415"/>
          <ac:spMkLst>
            <pc:docMk/>
            <pc:sldMk cId="2679237043" sldId="262"/>
            <ac:spMk id="2" creationId="{16A8365D-DBF2-C0E8-F137-D31492056BC5}"/>
          </ac:spMkLst>
        </pc:spChg>
        <pc:spChg chg="mod">
          <ac:chgData name="Chandra Prakash Bathula" userId="S::chandraprakash.bathula@slu.edu::1bbcd802-b19d-4007-8ff4-9de30793bbb6" providerId="AD" clId="Web-{5CDDA71C-15A9-1207-51FE-3AC8E05B0221}" dt="2025-10-13T23:35:28.386" v="415"/>
          <ac:spMkLst>
            <pc:docMk/>
            <pc:sldMk cId="2679237043" sldId="262"/>
            <ac:spMk id="3" creationId="{2F24BA12-CE99-1C51-634F-00E65736687C}"/>
          </ac:spMkLst>
        </pc:spChg>
        <pc:spChg chg="add del">
          <ac:chgData name="Chandra Prakash Bathula" userId="S::chandraprakash.bathula@slu.edu::1bbcd802-b19d-4007-8ff4-9de30793bbb6" providerId="AD" clId="Web-{5CDDA71C-15A9-1207-51FE-3AC8E05B0221}" dt="2025-10-13T23:35:28.386" v="415"/>
          <ac:spMkLst>
            <pc:docMk/>
            <pc:sldMk cId="2679237043" sldId="262"/>
            <ac:spMk id="11" creationId="{352BEC0E-22F8-46D0-9632-375DB541B06C}"/>
          </ac:spMkLst>
        </pc:spChg>
        <pc:spChg chg="add del">
          <ac:chgData name="Chandra Prakash Bathula" userId="S::chandraprakash.bathula@slu.edu::1bbcd802-b19d-4007-8ff4-9de30793bbb6" providerId="AD" clId="Web-{5CDDA71C-15A9-1207-51FE-3AC8E05B0221}" dt="2025-10-13T23:35:28.386" v="415"/>
          <ac:spMkLst>
            <pc:docMk/>
            <pc:sldMk cId="2679237043" sldId="262"/>
            <ac:spMk id="13" creationId="{3FCFB1DE-0B7E-48CC-BA90-B2AB0889F9D6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35:28.386" v="415"/>
          <ac:spMkLst>
            <pc:docMk/>
            <pc:sldMk cId="2679237043" sldId="262"/>
            <ac:spMk id="18" creationId="{743AA782-23D1-4521-8CAD-47662984AA08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35:28.386" v="415"/>
          <ac:spMkLst>
            <pc:docMk/>
            <pc:sldMk cId="2679237043" sldId="262"/>
            <ac:spMk id="20" creationId="{650D18FE-0824-4A46-B22C-A86B52E5780A}"/>
          </ac:spMkLst>
        </pc:spChg>
        <pc:picChg chg="add mod ord">
          <ac:chgData name="Chandra Prakash Bathula" userId="S::chandraprakash.bathula@slu.edu::1bbcd802-b19d-4007-8ff4-9de30793bbb6" providerId="AD" clId="Web-{5CDDA71C-15A9-1207-51FE-3AC8E05B0221}" dt="2025-10-13T23:35:28.386" v="415"/>
          <ac:picMkLst>
            <pc:docMk/>
            <pc:sldMk cId="2679237043" sldId="262"/>
            <ac:picMk id="4" creationId="{B6AB2999-147D-8D12-A698-62206D335CF8}"/>
          </ac:picMkLst>
        </pc:picChg>
        <pc:picChg chg="add del mod">
          <ac:chgData name="Chandra Prakash Bathula" userId="S::chandraprakash.bathula@slu.edu::1bbcd802-b19d-4007-8ff4-9de30793bbb6" providerId="AD" clId="Web-{5CDDA71C-15A9-1207-51FE-3AC8E05B0221}" dt="2025-10-13T23:34:42.870" v="410"/>
          <ac:picMkLst>
            <pc:docMk/>
            <pc:sldMk cId="2679237043" sldId="262"/>
            <ac:picMk id="5" creationId="{B3B66235-77A5-EB32-D097-24EA991535E8}"/>
          </ac:picMkLst>
        </pc:picChg>
        <pc:picChg chg="add del mod">
          <ac:chgData name="Chandra Prakash Bathula" userId="S::chandraprakash.bathula@slu.edu::1bbcd802-b19d-4007-8ff4-9de30793bbb6" providerId="AD" clId="Web-{5CDDA71C-15A9-1207-51FE-3AC8E05B0221}" dt="2025-10-13T23:35:19.730" v="412"/>
          <ac:picMkLst>
            <pc:docMk/>
            <pc:sldMk cId="2679237043" sldId="262"/>
            <ac:picMk id="6" creationId="{E68BBB8B-DDBA-397D-19AE-0E47920C2747}"/>
          </ac:picMkLst>
        </pc:picChg>
      </pc:sldChg>
      <pc:sldChg chg="addSp modSp new mod setBg">
        <pc:chgData name="Chandra Prakash Bathula" userId="S::chandraprakash.bathula@slu.edu::1bbcd802-b19d-4007-8ff4-9de30793bbb6" providerId="AD" clId="Web-{5CDDA71C-15A9-1207-51FE-3AC8E05B0221}" dt="2025-10-13T23:32:27.979" v="392" actId="14100"/>
        <pc:sldMkLst>
          <pc:docMk/>
          <pc:sldMk cId="2263039941" sldId="263"/>
        </pc:sldMkLst>
        <pc:spChg chg="mod">
          <ac:chgData name="Chandra Prakash Bathula" userId="S::chandraprakash.bathula@slu.edu::1bbcd802-b19d-4007-8ff4-9de30793bbb6" providerId="AD" clId="Web-{5CDDA71C-15A9-1207-51FE-3AC8E05B0221}" dt="2025-10-13T23:32:24.432" v="391"/>
          <ac:spMkLst>
            <pc:docMk/>
            <pc:sldMk cId="2263039941" sldId="263"/>
            <ac:spMk id="2" creationId="{25BEFF58-0FFE-812A-410A-0986FF8B0425}"/>
          </ac:spMkLst>
        </pc:spChg>
        <pc:spChg chg="mod">
          <ac:chgData name="Chandra Prakash Bathula" userId="S::chandraprakash.bathula@slu.edu::1bbcd802-b19d-4007-8ff4-9de30793bbb6" providerId="AD" clId="Web-{5CDDA71C-15A9-1207-51FE-3AC8E05B0221}" dt="2025-10-13T23:32:27.979" v="392" actId="14100"/>
          <ac:spMkLst>
            <pc:docMk/>
            <pc:sldMk cId="2263039941" sldId="263"/>
            <ac:spMk id="3" creationId="{99484C74-9277-D3E1-AB6E-45EAECDC5166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32:24.432" v="391"/>
          <ac:spMkLst>
            <pc:docMk/>
            <pc:sldMk cId="2263039941" sldId="263"/>
            <ac:spMk id="9" creationId="{058A14AF-9FB5-4CC7-BA35-E8E85D3EDF0E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32:24.432" v="391"/>
          <ac:spMkLst>
            <pc:docMk/>
            <pc:sldMk cId="2263039941" sldId="263"/>
            <ac:spMk id="11" creationId="{3A9A4357-BD1D-4622-A4FE-766E6AB8DE84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32:24.432" v="391"/>
          <ac:spMkLst>
            <pc:docMk/>
            <pc:sldMk cId="2263039941" sldId="263"/>
            <ac:spMk id="13" creationId="{E659831F-0D9A-4C63-9EBB-8435B85A440F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32:24.432" v="391"/>
          <ac:spMkLst>
            <pc:docMk/>
            <pc:sldMk cId="2263039941" sldId="263"/>
            <ac:spMk id="15" creationId="{E6995CE5-F890-4ABA-82A2-26507CE8D2A3}"/>
          </ac:spMkLst>
        </pc:spChg>
        <pc:picChg chg="add mod">
          <ac:chgData name="Chandra Prakash Bathula" userId="S::chandraprakash.bathula@slu.edu::1bbcd802-b19d-4007-8ff4-9de30793bbb6" providerId="AD" clId="Web-{5CDDA71C-15A9-1207-51FE-3AC8E05B0221}" dt="2025-10-13T23:32:24.432" v="391"/>
          <ac:picMkLst>
            <pc:docMk/>
            <pc:sldMk cId="2263039941" sldId="263"/>
            <ac:picMk id="4" creationId="{0F23BEC4-9074-6267-09A9-90B852DA1862}"/>
          </ac:picMkLst>
        </pc:picChg>
      </pc:sldChg>
      <pc:sldChg chg="addSp modSp new mod ord setBg">
        <pc:chgData name="Chandra Prakash Bathula" userId="S::chandraprakash.bathula@slu.edu::1bbcd802-b19d-4007-8ff4-9de30793bbb6" providerId="AD" clId="Web-{5CDDA71C-15A9-1207-51FE-3AC8E05B0221}" dt="2025-10-13T23:35:24.589" v="414"/>
        <pc:sldMkLst>
          <pc:docMk/>
          <pc:sldMk cId="3790992014" sldId="264"/>
        </pc:sldMkLst>
        <pc:spChg chg="mod">
          <ac:chgData name="Chandra Prakash Bathula" userId="S::chandraprakash.bathula@slu.edu::1bbcd802-b19d-4007-8ff4-9de30793bbb6" providerId="AD" clId="Web-{5CDDA71C-15A9-1207-51FE-3AC8E05B0221}" dt="2025-10-13T23:35:24.589" v="414"/>
          <ac:spMkLst>
            <pc:docMk/>
            <pc:sldMk cId="3790992014" sldId="264"/>
            <ac:spMk id="2" creationId="{A7207570-2E45-8C31-CA54-F3FE1BDD6E45}"/>
          </ac:spMkLst>
        </pc:spChg>
        <pc:spChg chg="mod">
          <ac:chgData name="Chandra Prakash Bathula" userId="S::chandraprakash.bathula@slu.edu::1bbcd802-b19d-4007-8ff4-9de30793bbb6" providerId="AD" clId="Web-{5CDDA71C-15A9-1207-51FE-3AC8E05B0221}" dt="2025-10-13T23:35:24.589" v="414"/>
          <ac:spMkLst>
            <pc:docMk/>
            <pc:sldMk cId="3790992014" sldId="264"/>
            <ac:spMk id="3" creationId="{096DA882-76B8-D552-16A7-37370B8B460D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35:24.589" v="414"/>
          <ac:spMkLst>
            <pc:docMk/>
            <pc:sldMk cId="3790992014" sldId="264"/>
            <ac:spMk id="9" creationId="{743AA782-23D1-4521-8CAD-47662984AA08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35:24.589" v="414"/>
          <ac:spMkLst>
            <pc:docMk/>
            <pc:sldMk cId="3790992014" sldId="264"/>
            <ac:spMk id="11" creationId="{71877DBC-BB60-40F0-AC93-2ACDBAAE60CE}"/>
          </ac:spMkLst>
        </pc:spChg>
        <pc:picChg chg="add mod">
          <ac:chgData name="Chandra Prakash Bathula" userId="S::chandraprakash.bathula@slu.edu::1bbcd802-b19d-4007-8ff4-9de30793bbb6" providerId="AD" clId="Web-{5CDDA71C-15A9-1207-51FE-3AC8E05B0221}" dt="2025-10-13T23:35:24.589" v="414"/>
          <ac:picMkLst>
            <pc:docMk/>
            <pc:sldMk cId="3790992014" sldId="264"/>
            <ac:picMk id="4" creationId="{05CDA04B-3A07-C48E-5BAD-DF157BC76E00}"/>
          </ac:picMkLst>
        </pc:picChg>
      </pc:sldChg>
      <pc:sldChg chg="addSp delSp modSp new mod setBg">
        <pc:chgData name="Chandra Prakash Bathula" userId="S::chandraprakash.bathula@slu.edu::1bbcd802-b19d-4007-8ff4-9de30793bbb6" providerId="AD" clId="Web-{5CDDA71C-15A9-1207-51FE-3AC8E05B0221}" dt="2025-10-13T23:33:40.855" v="403" actId="1076"/>
        <pc:sldMkLst>
          <pc:docMk/>
          <pc:sldMk cId="1468970689" sldId="265"/>
        </pc:sldMkLst>
        <pc:spChg chg="mod">
          <ac:chgData name="Chandra Prakash Bathula" userId="S::chandraprakash.bathula@slu.edu::1bbcd802-b19d-4007-8ff4-9de30793bbb6" providerId="AD" clId="Web-{5CDDA71C-15A9-1207-51FE-3AC8E05B0221}" dt="2025-10-13T23:33:38.183" v="402" actId="14100"/>
          <ac:spMkLst>
            <pc:docMk/>
            <pc:sldMk cId="1468970689" sldId="265"/>
            <ac:spMk id="2" creationId="{1C9E54FD-D719-9A66-1C76-111A637EDFEF}"/>
          </ac:spMkLst>
        </pc:spChg>
        <pc:spChg chg="mod">
          <ac:chgData name="Chandra Prakash Bathula" userId="S::chandraprakash.bathula@slu.edu::1bbcd802-b19d-4007-8ff4-9de30793bbb6" providerId="AD" clId="Web-{5CDDA71C-15A9-1207-51FE-3AC8E05B0221}" dt="2025-10-13T23:33:26.558" v="398" actId="14100"/>
          <ac:spMkLst>
            <pc:docMk/>
            <pc:sldMk cId="1468970689" sldId="265"/>
            <ac:spMk id="3" creationId="{B8EAC4A4-DC21-FAE5-45D5-FADF2D31AF45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33:17.933" v="395"/>
          <ac:spMkLst>
            <pc:docMk/>
            <pc:sldMk cId="1468970689" sldId="265"/>
            <ac:spMk id="14" creationId="{743AA782-23D1-4521-8CAD-47662984AA08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33:17.933" v="395"/>
          <ac:spMkLst>
            <pc:docMk/>
            <pc:sldMk cId="1468970689" sldId="265"/>
            <ac:spMk id="16" creationId="{650D18FE-0824-4A46-B22C-A86B52E5780A}"/>
          </ac:spMkLst>
        </pc:spChg>
        <pc:picChg chg="add del mod">
          <ac:chgData name="Chandra Prakash Bathula" userId="S::chandraprakash.bathula@slu.edu::1bbcd802-b19d-4007-8ff4-9de30793bbb6" providerId="AD" clId="Web-{5CDDA71C-15A9-1207-51FE-3AC8E05B0221}" dt="2025-10-13T23:32:19.276" v="389"/>
          <ac:picMkLst>
            <pc:docMk/>
            <pc:sldMk cId="1468970689" sldId="265"/>
            <ac:picMk id="4" creationId="{E7FBAA37-2D71-A753-57A7-79FE4F910A17}"/>
          </ac:picMkLst>
        </pc:picChg>
        <pc:picChg chg="add mod">
          <ac:chgData name="Chandra Prakash Bathula" userId="S::chandraprakash.bathula@slu.edu::1bbcd802-b19d-4007-8ff4-9de30793bbb6" providerId="AD" clId="Web-{5CDDA71C-15A9-1207-51FE-3AC8E05B0221}" dt="2025-10-13T23:33:40.855" v="403" actId="1076"/>
          <ac:picMkLst>
            <pc:docMk/>
            <pc:sldMk cId="1468970689" sldId="265"/>
            <ac:picMk id="5" creationId="{F07E10B0-EDF7-79A3-FC63-C28B56C65D6D}"/>
          </ac:picMkLst>
        </pc:picChg>
        <pc:cxnChg chg="add del">
          <ac:chgData name="Chandra Prakash Bathula" userId="S::chandraprakash.bathula@slu.edu::1bbcd802-b19d-4007-8ff4-9de30793bbb6" providerId="AD" clId="Web-{5CDDA71C-15A9-1207-51FE-3AC8E05B0221}" dt="2025-10-13T23:33:17.933" v="395"/>
          <ac:cxnSpMkLst>
            <pc:docMk/>
            <pc:sldMk cId="1468970689" sldId="265"/>
            <ac:cxnSpMk id="9" creationId="{FC23E3B9-5ABF-58B3-E2B0-E9A5DAA90037}"/>
          </ac:cxnSpMkLst>
        </pc:cxnChg>
      </pc:sldChg>
      <pc:sldChg chg="addSp delSp modSp new mod setBg">
        <pc:chgData name="Chandra Prakash Bathula" userId="S::chandraprakash.bathula@slu.edu::1bbcd802-b19d-4007-8ff4-9de30793bbb6" providerId="AD" clId="Web-{5CDDA71C-15A9-1207-51FE-3AC8E05B0221}" dt="2025-10-13T23:26:10.602" v="351"/>
        <pc:sldMkLst>
          <pc:docMk/>
          <pc:sldMk cId="1698077314" sldId="266"/>
        </pc:sldMkLst>
        <pc:spChg chg="mod">
          <ac:chgData name="Chandra Prakash Bathula" userId="S::chandraprakash.bathula@slu.edu::1bbcd802-b19d-4007-8ff4-9de30793bbb6" providerId="AD" clId="Web-{5CDDA71C-15A9-1207-51FE-3AC8E05B0221}" dt="2025-10-13T23:26:10.602" v="351"/>
          <ac:spMkLst>
            <pc:docMk/>
            <pc:sldMk cId="1698077314" sldId="266"/>
            <ac:spMk id="2" creationId="{EEC7AB7C-0612-17EC-9DBA-7A423ABB311A}"/>
          </ac:spMkLst>
        </pc:spChg>
        <pc:spChg chg="mod">
          <ac:chgData name="Chandra Prakash Bathula" userId="S::chandraprakash.bathula@slu.edu::1bbcd802-b19d-4007-8ff4-9de30793bbb6" providerId="AD" clId="Web-{5CDDA71C-15A9-1207-51FE-3AC8E05B0221}" dt="2025-10-13T23:26:10.602" v="351"/>
          <ac:spMkLst>
            <pc:docMk/>
            <pc:sldMk cId="1698077314" sldId="266"/>
            <ac:spMk id="3" creationId="{81B34601-61F6-E9AC-2E8C-68D21C62CB25}"/>
          </ac:spMkLst>
        </pc:spChg>
        <pc:spChg chg="add del">
          <ac:chgData name="Chandra Prakash Bathula" userId="S::chandraprakash.bathula@slu.edu::1bbcd802-b19d-4007-8ff4-9de30793bbb6" providerId="AD" clId="Web-{5CDDA71C-15A9-1207-51FE-3AC8E05B0221}" dt="2025-10-13T23:26:10.602" v="351"/>
          <ac:spMkLst>
            <pc:docMk/>
            <pc:sldMk cId="1698077314" sldId="266"/>
            <ac:spMk id="9" creationId="{2B97F24A-32CE-4C1C-A50D-3016B394DCFB}"/>
          </ac:spMkLst>
        </pc:spChg>
        <pc:spChg chg="add del">
          <ac:chgData name="Chandra Prakash Bathula" userId="S::chandraprakash.bathula@slu.edu::1bbcd802-b19d-4007-8ff4-9de30793bbb6" providerId="AD" clId="Web-{5CDDA71C-15A9-1207-51FE-3AC8E05B0221}" dt="2025-10-13T23:26:10.602" v="351"/>
          <ac:spMkLst>
            <pc:docMk/>
            <pc:sldMk cId="1698077314" sldId="266"/>
            <ac:spMk id="11" creationId="{CD8B4F24-440B-49E9-B85D-733523DC064B}"/>
          </ac:spMkLst>
        </pc:spChg>
        <pc:spChg chg="add del">
          <ac:chgData name="Chandra Prakash Bathula" userId="S::chandraprakash.bathula@slu.edu::1bbcd802-b19d-4007-8ff4-9de30793bbb6" providerId="AD" clId="Web-{5CDDA71C-15A9-1207-51FE-3AC8E05B0221}" dt="2025-10-13T23:26:10.586" v="350"/>
          <ac:spMkLst>
            <pc:docMk/>
            <pc:sldMk cId="1698077314" sldId="266"/>
            <ac:spMk id="16" creationId="{5AA03EDC-7067-4DFF-B672-541D016AAAB8}"/>
          </ac:spMkLst>
        </pc:spChg>
        <pc:spChg chg="add del">
          <ac:chgData name="Chandra Prakash Bathula" userId="S::chandraprakash.bathula@slu.edu::1bbcd802-b19d-4007-8ff4-9de30793bbb6" providerId="AD" clId="Web-{5CDDA71C-15A9-1207-51FE-3AC8E05B0221}" dt="2025-10-13T23:26:10.586" v="350"/>
          <ac:spMkLst>
            <pc:docMk/>
            <pc:sldMk cId="1698077314" sldId="266"/>
            <ac:spMk id="18" creationId="{0EBF3E39-B0BE-496A-8604-9007470FFA3A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26:10.602" v="351"/>
          <ac:spMkLst>
            <pc:docMk/>
            <pc:sldMk cId="1698077314" sldId="266"/>
            <ac:spMk id="20" creationId="{55222F96-971A-4F90-B841-6BAB416C7AC1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26:10.602" v="351"/>
          <ac:spMkLst>
            <pc:docMk/>
            <pc:sldMk cId="1698077314" sldId="266"/>
            <ac:spMk id="21" creationId="{DBC6133C-0615-4CE4-9132-37E609A9BDFA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26:10.602" v="351"/>
          <ac:spMkLst>
            <pc:docMk/>
            <pc:sldMk cId="1698077314" sldId="266"/>
            <ac:spMk id="22" creationId="{08980754-6F4B-43C9-B9BE-127B6BED6586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26:10.602" v="351"/>
          <ac:spMkLst>
            <pc:docMk/>
            <pc:sldMk cId="1698077314" sldId="266"/>
            <ac:spMk id="23" creationId="{169CC832-2974-4E8D-90ED-3E2941BA7336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26:10.602" v="351"/>
          <ac:spMkLst>
            <pc:docMk/>
            <pc:sldMk cId="1698077314" sldId="266"/>
            <ac:spMk id="24" creationId="{2C1BBA94-3F40-40AA-8BB9-E69E25E537C1}"/>
          </ac:spMkLst>
        </pc:spChg>
        <pc:picChg chg="add mod">
          <ac:chgData name="Chandra Prakash Bathula" userId="S::chandraprakash.bathula@slu.edu::1bbcd802-b19d-4007-8ff4-9de30793bbb6" providerId="AD" clId="Web-{5CDDA71C-15A9-1207-51FE-3AC8E05B0221}" dt="2025-10-13T23:26:10.602" v="351"/>
          <ac:picMkLst>
            <pc:docMk/>
            <pc:sldMk cId="1698077314" sldId="266"/>
            <ac:picMk id="4" creationId="{A8608F7F-4496-1487-6464-EA5F6277A2AA}"/>
          </ac:picMkLst>
        </pc:picChg>
      </pc:sldChg>
      <pc:sldChg chg="addSp modSp new mod setBg">
        <pc:chgData name="Chandra Prakash Bathula" userId="S::chandraprakash.bathula@slu.edu::1bbcd802-b19d-4007-8ff4-9de30793bbb6" providerId="AD" clId="Web-{5CDDA71C-15A9-1207-51FE-3AC8E05B0221}" dt="2025-10-13T23:24:52.351" v="340" actId="20577"/>
        <pc:sldMkLst>
          <pc:docMk/>
          <pc:sldMk cId="2551765805" sldId="267"/>
        </pc:sldMkLst>
        <pc:spChg chg="mod">
          <ac:chgData name="Chandra Prakash Bathula" userId="S::chandraprakash.bathula@slu.edu::1bbcd802-b19d-4007-8ff4-9de30793bbb6" providerId="AD" clId="Web-{5CDDA71C-15A9-1207-51FE-3AC8E05B0221}" dt="2025-10-13T23:24:52.351" v="340" actId="20577"/>
          <ac:spMkLst>
            <pc:docMk/>
            <pc:sldMk cId="2551765805" sldId="267"/>
            <ac:spMk id="2" creationId="{F53F88D1-8C99-DF5A-0343-87E047EC64A4}"/>
          </ac:spMkLst>
        </pc:spChg>
        <pc:spChg chg="mod">
          <ac:chgData name="Chandra Prakash Bathula" userId="S::chandraprakash.bathula@slu.edu::1bbcd802-b19d-4007-8ff4-9de30793bbb6" providerId="AD" clId="Web-{5CDDA71C-15A9-1207-51FE-3AC8E05B0221}" dt="2025-10-13T23:24:48.507" v="339"/>
          <ac:spMkLst>
            <pc:docMk/>
            <pc:sldMk cId="2551765805" sldId="267"/>
            <ac:spMk id="3" creationId="{476D670E-278C-4EF8-35FB-143F72B3887C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24:48.507" v="339"/>
          <ac:spMkLst>
            <pc:docMk/>
            <pc:sldMk cId="2551765805" sldId="267"/>
            <ac:spMk id="9" creationId="{058A14AF-9FB5-4CC7-BA35-E8E85D3EDF0E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24:48.507" v="339"/>
          <ac:spMkLst>
            <pc:docMk/>
            <pc:sldMk cId="2551765805" sldId="267"/>
            <ac:spMk id="11" creationId="{3A9A4357-BD1D-4622-A4FE-766E6AB8DE84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24:48.507" v="339"/>
          <ac:spMkLst>
            <pc:docMk/>
            <pc:sldMk cId="2551765805" sldId="267"/>
            <ac:spMk id="13" creationId="{E659831F-0D9A-4C63-9EBB-8435B85A440F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24:48.507" v="339"/>
          <ac:spMkLst>
            <pc:docMk/>
            <pc:sldMk cId="2551765805" sldId="267"/>
            <ac:spMk id="15" creationId="{E6995CE5-F890-4ABA-82A2-26507CE8D2A3}"/>
          </ac:spMkLst>
        </pc:spChg>
        <pc:picChg chg="add mod">
          <ac:chgData name="Chandra Prakash Bathula" userId="S::chandraprakash.bathula@slu.edu::1bbcd802-b19d-4007-8ff4-9de30793bbb6" providerId="AD" clId="Web-{5CDDA71C-15A9-1207-51FE-3AC8E05B0221}" dt="2025-10-13T23:24:48.507" v="339"/>
          <ac:picMkLst>
            <pc:docMk/>
            <pc:sldMk cId="2551765805" sldId="267"/>
            <ac:picMk id="4" creationId="{1683F865-03D7-37CD-67A2-AF217157D7B9}"/>
          </ac:picMkLst>
        </pc:picChg>
      </pc:sldChg>
      <pc:sldChg chg="addSp delSp modSp new mod setBg">
        <pc:chgData name="Chandra Prakash Bathula" userId="S::chandraprakash.bathula@slu.edu::1bbcd802-b19d-4007-8ff4-9de30793bbb6" providerId="AD" clId="Web-{5CDDA71C-15A9-1207-51FE-3AC8E05B0221}" dt="2025-10-13T23:04:28.345" v="181" actId="1076"/>
        <pc:sldMkLst>
          <pc:docMk/>
          <pc:sldMk cId="4235113273" sldId="268"/>
        </pc:sldMkLst>
        <pc:spChg chg="mod">
          <ac:chgData name="Chandra Prakash Bathula" userId="S::chandraprakash.bathula@slu.edu::1bbcd802-b19d-4007-8ff4-9de30793bbb6" providerId="AD" clId="Web-{5CDDA71C-15A9-1207-51FE-3AC8E05B0221}" dt="2025-10-13T23:03:20.532" v="164"/>
          <ac:spMkLst>
            <pc:docMk/>
            <pc:sldMk cId="4235113273" sldId="268"/>
            <ac:spMk id="2" creationId="{8EB0E1CB-654F-89AE-D8F3-1E5FB0E07222}"/>
          </ac:spMkLst>
        </pc:spChg>
        <pc:spChg chg="del">
          <ac:chgData name="Chandra Prakash Bathula" userId="S::chandraprakash.bathula@slu.edu::1bbcd802-b19d-4007-8ff4-9de30793bbb6" providerId="AD" clId="Web-{5CDDA71C-15A9-1207-51FE-3AC8E05B0221}" dt="2025-10-13T23:02:02.625" v="149"/>
          <ac:spMkLst>
            <pc:docMk/>
            <pc:sldMk cId="4235113273" sldId="268"/>
            <ac:spMk id="3" creationId="{628810F5-0F1C-7BCA-84AF-356DCEEB3E27}"/>
          </ac:spMkLst>
        </pc:spChg>
        <pc:spChg chg="add del">
          <ac:chgData name="Chandra Prakash Bathula" userId="S::chandraprakash.bathula@slu.edu::1bbcd802-b19d-4007-8ff4-9de30793bbb6" providerId="AD" clId="Web-{5CDDA71C-15A9-1207-51FE-3AC8E05B0221}" dt="2025-10-13T23:02:53.516" v="156"/>
          <ac:spMkLst>
            <pc:docMk/>
            <pc:sldMk cId="4235113273" sldId="268"/>
            <ac:spMk id="10" creationId="{C4879EFC-8E62-4E00-973C-C45EE9EC676D}"/>
          </ac:spMkLst>
        </pc:spChg>
        <pc:spChg chg="add del">
          <ac:chgData name="Chandra Prakash Bathula" userId="S::chandraprakash.bathula@slu.edu::1bbcd802-b19d-4007-8ff4-9de30793bbb6" providerId="AD" clId="Web-{5CDDA71C-15A9-1207-51FE-3AC8E05B0221}" dt="2025-10-13T23:02:53.516" v="156"/>
          <ac:spMkLst>
            <pc:docMk/>
            <pc:sldMk cId="4235113273" sldId="268"/>
            <ac:spMk id="12" creationId="{D6A9C53F-5F90-40A5-8C85-5412D39C8C68}"/>
          </ac:spMkLst>
        </pc:spChg>
        <pc:spChg chg="add del">
          <ac:chgData name="Chandra Prakash Bathula" userId="S::chandraprakash.bathula@slu.edu::1bbcd802-b19d-4007-8ff4-9de30793bbb6" providerId="AD" clId="Web-{5CDDA71C-15A9-1207-51FE-3AC8E05B0221}" dt="2025-10-13T23:03:20.532" v="164"/>
          <ac:spMkLst>
            <pc:docMk/>
            <pc:sldMk cId="4235113273" sldId="268"/>
            <ac:spMk id="17" creationId="{7C98A213-5994-475E-B327-DC6EC27FBA8B}"/>
          </ac:spMkLst>
        </pc:spChg>
        <pc:spChg chg="add del">
          <ac:chgData name="Chandra Prakash Bathula" userId="S::chandraprakash.bathula@slu.edu::1bbcd802-b19d-4007-8ff4-9de30793bbb6" providerId="AD" clId="Web-{5CDDA71C-15A9-1207-51FE-3AC8E05B0221}" dt="2025-10-13T23:03:20.532" v="164"/>
          <ac:spMkLst>
            <pc:docMk/>
            <pc:sldMk cId="4235113273" sldId="268"/>
            <ac:spMk id="19" creationId="{4B030A0D-0DAD-4A99-89BB-419527D6A64B}"/>
          </ac:spMkLst>
        </pc:spChg>
        <pc:spChg chg="add del mod">
          <ac:chgData name="Chandra Prakash Bathula" userId="S::chandraprakash.bathula@slu.edu::1bbcd802-b19d-4007-8ff4-9de30793bbb6" providerId="AD" clId="Web-{5CDDA71C-15A9-1207-51FE-3AC8E05B0221}" dt="2025-10-13T23:04:14.220" v="178"/>
          <ac:spMkLst>
            <pc:docMk/>
            <pc:sldMk cId="4235113273" sldId="268"/>
            <ac:spMk id="23" creationId="{B9B58EAA-C9D5-89F6-1C22-73DB96E347E7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03:20.532" v="164"/>
          <ac:spMkLst>
            <pc:docMk/>
            <pc:sldMk cId="4235113273" sldId="268"/>
            <ac:spMk id="26" creationId="{56604AF4-AEF7-4020-93AD-C74808D17E3E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03:20.532" v="164"/>
          <ac:spMkLst>
            <pc:docMk/>
            <pc:sldMk cId="4235113273" sldId="268"/>
            <ac:spMk id="28" creationId="{EDB65AB2-AC18-4139-B8BE-52452A256449}"/>
          </ac:spMkLst>
        </pc:spChg>
        <pc:spChg chg="add mod">
          <ac:chgData name="Chandra Prakash Bathula" userId="S::chandraprakash.bathula@slu.edu::1bbcd802-b19d-4007-8ff4-9de30793bbb6" providerId="AD" clId="Web-{5CDDA71C-15A9-1207-51FE-3AC8E05B0221}" dt="2025-10-13T23:04:18.673" v="180"/>
          <ac:spMkLst>
            <pc:docMk/>
            <pc:sldMk cId="4235113273" sldId="268"/>
            <ac:spMk id="29" creationId="{9DDC0C93-01C4-7C61-5ACE-719D5A2B6601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03:20.532" v="164"/>
          <ac:spMkLst>
            <pc:docMk/>
            <pc:sldMk cId="4235113273" sldId="268"/>
            <ac:spMk id="30" creationId="{B89A5304-EF26-47F3-9CB7-ED121FC744E7}"/>
          </ac:spMkLst>
        </pc:spChg>
        <pc:graphicFrameChg chg="add del mod ord modGraphic">
          <ac:chgData name="Chandra Prakash Bathula" userId="S::chandraprakash.bathula@slu.edu::1bbcd802-b19d-4007-8ff4-9de30793bbb6" providerId="AD" clId="Web-{5CDDA71C-15A9-1207-51FE-3AC8E05B0221}" dt="2025-10-13T23:04:18.673" v="180"/>
          <ac:graphicFrameMkLst>
            <pc:docMk/>
            <pc:sldMk cId="4235113273" sldId="268"/>
            <ac:graphicFrameMk id="8" creationId="{76625F5E-9BA4-C3F0-6EDF-D48CBC97CB38}"/>
          </ac:graphicFrameMkLst>
        </pc:graphicFrameChg>
        <pc:picChg chg="add mod ord">
          <ac:chgData name="Chandra Prakash Bathula" userId="S::chandraprakash.bathula@slu.edu::1bbcd802-b19d-4007-8ff4-9de30793bbb6" providerId="AD" clId="Web-{5CDDA71C-15A9-1207-51FE-3AC8E05B0221}" dt="2025-10-13T23:04:28.345" v="181" actId="1076"/>
          <ac:picMkLst>
            <pc:docMk/>
            <pc:sldMk cId="4235113273" sldId="268"/>
            <ac:picMk id="4" creationId="{60A34F9A-28C9-CCC0-7389-06ECE7F48291}"/>
          </ac:picMkLst>
        </pc:picChg>
        <pc:picChg chg="add mod">
          <ac:chgData name="Chandra Prakash Bathula" userId="S::chandraprakash.bathula@slu.edu::1bbcd802-b19d-4007-8ff4-9de30793bbb6" providerId="AD" clId="Web-{5CDDA71C-15A9-1207-51FE-3AC8E05B0221}" dt="2025-10-13T23:03:59.235" v="174" actId="1076"/>
          <ac:picMkLst>
            <pc:docMk/>
            <pc:sldMk cId="4235113273" sldId="268"/>
            <ac:picMk id="5" creationId="{34B747B5-378E-0F8A-EE22-1B20016CADF2}"/>
          </ac:picMkLst>
        </pc:picChg>
        <pc:picChg chg="add del mod">
          <ac:chgData name="Chandra Prakash Bathula" userId="S::chandraprakash.bathula@slu.edu::1bbcd802-b19d-4007-8ff4-9de30793bbb6" providerId="AD" clId="Web-{5CDDA71C-15A9-1207-51FE-3AC8E05B0221}" dt="2025-10-13T23:02:23.922" v="153"/>
          <ac:picMkLst>
            <pc:docMk/>
            <pc:sldMk cId="4235113273" sldId="268"/>
            <ac:picMk id="6" creationId="{E0D85BB5-DA1D-2CD1-93C9-5029AC973DD0}"/>
          </ac:picMkLst>
        </pc:picChg>
        <pc:picChg chg="add mod">
          <ac:chgData name="Chandra Prakash Bathula" userId="S::chandraprakash.bathula@slu.edu::1bbcd802-b19d-4007-8ff4-9de30793bbb6" providerId="AD" clId="Web-{5CDDA71C-15A9-1207-51FE-3AC8E05B0221}" dt="2025-10-13T23:04:00.954" v="175" actId="1076"/>
          <ac:picMkLst>
            <pc:docMk/>
            <pc:sldMk cId="4235113273" sldId="268"/>
            <ac:picMk id="7" creationId="{8F422EFB-BB01-78BB-D8B4-1CA7CBE160D8}"/>
          </ac:picMkLst>
        </pc:picChg>
      </pc:sldChg>
      <pc:sldChg chg="addSp modSp new mod setBg">
        <pc:chgData name="Chandra Prakash Bathula" userId="S::chandraprakash.bathula@slu.edu::1bbcd802-b19d-4007-8ff4-9de30793bbb6" providerId="AD" clId="Web-{5CDDA71C-15A9-1207-51FE-3AC8E05B0221}" dt="2025-10-13T23:43:37.135" v="497"/>
        <pc:sldMkLst>
          <pc:docMk/>
          <pc:sldMk cId="1528563643" sldId="269"/>
        </pc:sldMkLst>
        <pc:spChg chg="mod">
          <ac:chgData name="Chandra Prakash Bathula" userId="S::chandraprakash.bathula@slu.edu::1bbcd802-b19d-4007-8ff4-9de30793bbb6" providerId="AD" clId="Web-{5CDDA71C-15A9-1207-51FE-3AC8E05B0221}" dt="2025-10-13T23:43:37.135" v="497"/>
          <ac:spMkLst>
            <pc:docMk/>
            <pc:sldMk cId="1528563643" sldId="269"/>
            <ac:spMk id="2" creationId="{B77AA125-F67A-414A-D8A3-9CB6A9C3574F}"/>
          </ac:spMkLst>
        </pc:spChg>
        <pc:spChg chg="mod">
          <ac:chgData name="Chandra Prakash Bathula" userId="S::chandraprakash.bathula@slu.edu::1bbcd802-b19d-4007-8ff4-9de30793bbb6" providerId="AD" clId="Web-{5CDDA71C-15A9-1207-51FE-3AC8E05B0221}" dt="2025-10-13T23:43:37.135" v="497"/>
          <ac:spMkLst>
            <pc:docMk/>
            <pc:sldMk cId="1528563643" sldId="269"/>
            <ac:spMk id="3" creationId="{BB895F03-1134-44E3-95DE-EA1209150265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43:37.135" v="497"/>
          <ac:spMkLst>
            <pc:docMk/>
            <pc:sldMk cId="1528563643" sldId="269"/>
            <ac:spMk id="10" creationId="{EDDBB197-D710-4A4F-A9CA-FD2177498BE8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43:37.135" v="497"/>
          <ac:spMkLst>
            <pc:docMk/>
            <pc:sldMk cId="1528563643" sldId="269"/>
            <ac:spMk id="12" creationId="{975D1CFA-2CDB-4B64-BD9F-85744E8DA12F}"/>
          </ac:spMkLst>
        </pc:spChg>
        <pc:grpChg chg="add">
          <ac:chgData name="Chandra Prakash Bathula" userId="S::chandraprakash.bathula@slu.edu::1bbcd802-b19d-4007-8ff4-9de30793bbb6" providerId="AD" clId="Web-{5CDDA71C-15A9-1207-51FE-3AC8E05B0221}" dt="2025-10-13T23:43:37.135" v="497"/>
          <ac:grpSpMkLst>
            <pc:docMk/>
            <pc:sldMk cId="1528563643" sldId="269"/>
            <ac:grpSpMk id="14" creationId="{25EE5136-01F1-466C-962D-BA9B4C6757AA}"/>
          </ac:grpSpMkLst>
        </pc:grpChg>
        <pc:picChg chg="add">
          <ac:chgData name="Chandra Prakash Bathula" userId="S::chandraprakash.bathula@slu.edu::1bbcd802-b19d-4007-8ff4-9de30793bbb6" providerId="AD" clId="Web-{5CDDA71C-15A9-1207-51FE-3AC8E05B0221}" dt="2025-10-13T23:43:37.135" v="497"/>
          <ac:picMkLst>
            <pc:docMk/>
            <pc:sldMk cId="1528563643" sldId="269"/>
            <ac:picMk id="7" creationId="{07CEB651-46E8-06EE-90CF-EB731D6E43B2}"/>
          </ac:picMkLst>
        </pc:picChg>
      </pc:sldChg>
      <pc:sldChg chg="addSp delSp modSp new mod setBg">
        <pc:chgData name="Chandra Prakash Bathula" userId="S::chandraprakash.bathula@slu.edu::1bbcd802-b19d-4007-8ff4-9de30793bbb6" providerId="AD" clId="Web-{5CDDA71C-15A9-1207-51FE-3AC8E05B0221}" dt="2025-10-13T23:41:20.755" v="484" actId="1076"/>
        <pc:sldMkLst>
          <pc:docMk/>
          <pc:sldMk cId="1182915102" sldId="270"/>
        </pc:sldMkLst>
        <pc:spChg chg="mod">
          <ac:chgData name="Chandra Prakash Bathula" userId="S::chandraprakash.bathula@slu.edu::1bbcd802-b19d-4007-8ff4-9de30793bbb6" providerId="AD" clId="Web-{5CDDA71C-15A9-1207-51FE-3AC8E05B0221}" dt="2025-10-13T23:40:10.173" v="464" actId="14100"/>
          <ac:spMkLst>
            <pc:docMk/>
            <pc:sldMk cId="1182915102" sldId="270"/>
            <ac:spMk id="2" creationId="{1FFF5A3D-596C-64BB-7294-531375F61A29}"/>
          </ac:spMkLst>
        </pc:spChg>
        <pc:spChg chg="mod">
          <ac:chgData name="Chandra Prakash Bathula" userId="S::chandraprakash.bathula@slu.edu::1bbcd802-b19d-4007-8ff4-9de30793bbb6" providerId="AD" clId="Web-{5CDDA71C-15A9-1207-51FE-3AC8E05B0221}" dt="2025-10-13T23:40:42.253" v="473" actId="14100"/>
          <ac:spMkLst>
            <pc:docMk/>
            <pc:sldMk cId="1182915102" sldId="270"/>
            <ac:spMk id="3" creationId="{3CA2B583-6286-9293-15AB-4258530E6513}"/>
          </ac:spMkLst>
        </pc:spChg>
        <pc:spChg chg="add del">
          <ac:chgData name="Chandra Prakash Bathula" userId="S::chandraprakash.bathula@slu.edu::1bbcd802-b19d-4007-8ff4-9de30793bbb6" providerId="AD" clId="Web-{5CDDA71C-15A9-1207-51FE-3AC8E05B0221}" dt="2025-10-13T23:39:13.654" v="444"/>
          <ac:spMkLst>
            <pc:docMk/>
            <pc:sldMk cId="1182915102" sldId="270"/>
            <ac:spMk id="10" creationId="{5EF17487-C386-4F99-B5EB-4FD3DF4236B2}"/>
          </ac:spMkLst>
        </pc:spChg>
        <pc:spChg chg="add del">
          <ac:chgData name="Chandra Prakash Bathula" userId="S::chandraprakash.bathula@slu.edu::1bbcd802-b19d-4007-8ff4-9de30793bbb6" providerId="AD" clId="Web-{5CDDA71C-15A9-1207-51FE-3AC8E05B0221}" dt="2025-10-13T23:39:13.654" v="444"/>
          <ac:spMkLst>
            <pc:docMk/>
            <pc:sldMk cId="1182915102" sldId="270"/>
            <ac:spMk id="12" creationId="{A0DE92DF-4769-4DE9-93FD-EE31271850CA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39:13.670" v="445"/>
          <ac:spMkLst>
            <pc:docMk/>
            <pc:sldMk cId="1182915102" sldId="270"/>
            <ac:spMk id="14" creationId="{352BEC0E-22F8-46D0-9632-375DB541B06C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39:13.670" v="445"/>
          <ac:spMkLst>
            <pc:docMk/>
            <pc:sldMk cId="1182915102" sldId="270"/>
            <ac:spMk id="15" creationId="{3FCFB1DE-0B7E-48CC-BA90-B2AB0889F9D6}"/>
          </ac:spMkLst>
        </pc:spChg>
        <pc:picChg chg="add mod ord">
          <ac:chgData name="Chandra Prakash Bathula" userId="S::chandraprakash.bathula@slu.edu::1bbcd802-b19d-4007-8ff4-9de30793bbb6" providerId="AD" clId="Web-{5CDDA71C-15A9-1207-51FE-3AC8E05B0221}" dt="2025-10-13T23:41:20.755" v="484" actId="1076"/>
          <ac:picMkLst>
            <pc:docMk/>
            <pc:sldMk cId="1182915102" sldId="270"/>
            <ac:picMk id="4" creationId="{B9EC4674-370A-93EC-8332-DEF7BDDE9A76}"/>
          </ac:picMkLst>
        </pc:picChg>
        <pc:picChg chg="add mod">
          <ac:chgData name="Chandra Prakash Bathula" userId="S::chandraprakash.bathula@slu.edu::1bbcd802-b19d-4007-8ff4-9de30793bbb6" providerId="AD" clId="Web-{5CDDA71C-15A9-1207-51FE-3AC8E05B0221}" dt="2025-10-13T23:41:15.567" v="483" actId="14100"/>
          <ac:picMkLst>
            <pc:docMk/>
            <pc:sldMk cId="1182915102" sldId="270"/>
            <ac:picMk id="5" creationId="{382D559D-3712-B41F-BA23-78EE2177F25C}"/>
          </ac:picMkLst>
        </pc:picChg>
      </pc:sldChg>
      <pc:sldChg chg="addSp delSp modSp new mod setBg">
        <pc:chgData name="Chandra Prakash Bathula" userId="S::chandraprakash.bathula@slu.edu::1bbcd802-b19d-4007-8ff4-9de30793bbb6" providerId="AD" clId="Web-{5CDDA71C-15A9-1207-51FE-3AC8E05B0221}" dt="2025-10-13T23:37:07.746" v="440"/>
        <pc:sldMkLst>
          <pc:docMk/>
          <pc:sldMk cId="1722516545" sldId="271"/>
        </pc:sldMkLst>
        <pc:spChg chg="mod">
          <ac:chgData name="Chandra Prakash Bathula" userId="S::chandraprakash.bathula@slu.edu::1bbcd802-b19d-4007-8ff4-9de30793bbb6" providerId="AD" clId="Web-{5CDDA71C-15A9-1207-51FE-3AC8E05B0221}" dt="2025-10-13T23:37:07.746" v="440"/>
          <ac:spMkLst>
            <pc:docMk/>
            <pc:sldMk cId="1722516545" sldId="271"/>
            <ac:spMk id="2" creationId="{C01DBEA0-83E2-792A-E9E9-2C254B0DCCEB}"/>
          </ac:spMkLst>
        </pc:spChg>
        <pc:spChg chg="mod">
          <ac:chgData name="Chandra Prakash Bathula" userId="S::chandraprakash.bathula@slu.edu::1bbcd802-b19d-4007-8ff4-9de30793bbb6" providerId="AD" clId="Web-{5CDDA71C-15A9-1207-51FE-3AC8E05B0221}" dt="2025-10-13T23:37:07.746" v="440"/>
          <ac:spMkLst>
            <pc:docMk/>
            <pc:sldMk cId="1722516545" sldId="271"/>
            <ac:spMk id="3" creationId="{0BDC6731-9008-592A-8C4B-3145C9CB0014}"/>
          </ac:spMkLst>
        </pc:spChg>
        <pc:spChg chg="add del mod">
          <ac:chgData name="Chandra Prakash Bathula" userId="S::chandraprakash.bathula@slu.edu::1bbcd802-b19d-4007-8ff4-9de30793bbb6" providerId="AD" clId="Web-{5CDDA71C-15A9-1207-51FE-3AC8E05B0221}" dt="2025-10-13T23:36:15.918" v="423"/>
          <ac:spMkLst>
            <pc:docMk/>
            <pc:sldMk cId="1722516545" sldId="271"/>
            <ac:spMk id="5" creationId="{F6115A39-7E96-66DF-279F-F6C8B38AB619}"/>
          </ac:spMkLst>
        </pc:spChg>
        <pc:spChg chg="add del mod">
          <ac:chgData name="Chandra Prakash Bathula" userId="S::chandraprakash.bathula@slu.edu::1bbcd802-b19d-4007-8ff4-9de30793bbb6" providerId="AD" clId="Web-{5CDDA71C-15A9-1207-51FE-3AC8E05B0221}" dt="2025-10-13T23:36:31.886" v="433"/>
          <ac:spMkLst>
            <pc:docMk/>
            <pc:sldMk cId="1722516545" sldId="271"/>
            <ac:spMk id="7" creationId="{F8E95C5F-7090-EA60-90E8-7044485013AF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37:07.746" v="440"/>
          <ac:spMkLst>
            <pc:docMk/>
            <pc:sldMk cId="1722516545" sldId="271"/>
            <ac:spMk id="14" creationId="{5EF17487-C386-4F99-B5EB-4FD3DF4236B2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3T23:37:07.746" v="440"/>
          <ac:spMkLst>
            <pc:docMk/>
            <pc:sldMk cId="1722516545" sldId="271"/>
            <ac:spMk id="16" creationId="{A0DE92DF-4769-4DE9-93FD-EE31271850CA}"/>
          </ac:spMkLst>
        </pc:spChg>
        <pc:picChg chg="add del mod">
          <ac:chgData name="Chandra Prakash Bathula" userId="S::chandraprakash.bathula@slu.edu::1bbcd802-b19d-4007-8ff4-9de30793bbb6" providerId="AD" clId="Web-{5CDDA71C-15A9-1207-51FE-3AC8E05B0221}" dt="2025-10-13T23:36:15.918" v="424"/>
          <ac:picMkLst>
            <pc:docMk/>
            <pc:sldMk cId="1722516545" sldId="271"/>
            <ac:picMk id="4" creationId="{777B77A4-9E1B-CFF0-17A9-9BAF2F088127}"/>
          </ac:picMkLst>
        </pc:picChg>
        <pc:picChg chg="add mod">
          <ac:chgData name="Chandra Prakash Bathula" userId="S::chandraprakash.bathula@slu.edu::1bbcd802-b19d-4007-8ff4-9de30793bbb6" providerId="AD" clId="Web-{5CDDA71C-15A9-1207-51FE-3AC8E05B0221}" dt="2025-10-13T23:37:07.746" v="440"/>
          <ac:picMkLst>
            <pc:docMk/>
            <pc:sldMk cId="1722516545" sldId="271"/>
            <ac:picMk id="6" creationId="{DF163845-FE62-E60C-6C41-B82F186BFF92}"/>
          </ac:picMkLst>
        </pc:picChg>
        <pc:picChg chg="add del mod">
          <ac:chgData name="Chandra Prakash Bathula" userId="S::chandraprakash.bathula@slu.edu::1bbcd802-b19d-4007-8ff4-9de30793bbb6" providerId="AD" clId="Web-{5CDDA71C-15A9-1207-51FE-3AC8E05B0221}" dt="2025-10-13T23:36:51.433" v="438"/>
          <ac:picMkLst>
            <pc:docMk/>
            <pc:sldMk cId="1722516545" sldId="271"/>
            <ac:picMk id="8" creationId="{C0CA80AF-11EC-E38F-75FE-86018D34C1D2}"/>
          </ac:picMkLst>
        </pc:picChg>
        <pc:picChg chg="add mod">
          <ac:chgData name="Chandra Prakash Bathula" userId="S::chandraprakash.bathula@slu.edu::1bbcd802-b19d-4007-8ff4-9de30793bbb6" providerId="AD" clId="Web-{5CDDA71C-15A9-1207-51FE-3AC8E05B0221}" dt="2025-10-13T23:37:07.746" v="440"/>
          <ac:picMkLst>
            <pc:docMk/>
            <pc:sldMk cId="1722516545" sldId="271"/>
            <ac:picMk id="9" creationId="{FFDA7100-5B94-7462-1250-FBAF8904E5B4}"/>
          </ac:picMkLst>
        </pc:picChg>
      </pc:sldChg>
      <pc:sldChg chg="addSp delSp modSp new mod setBg">
        <pc:chgData name="Chandra Prakash Bathula" userId="S::chandraprakash.bathula@slu.edu::1bbcd802-b19d-4007-8ff4-9de30793bbb6" providerId="AD" clId="Web-{5CDDA71C-15A9-1207-51FE-3AC8E05B0221}" dt="2025-10-14T00:12:39.564" v="542" actId="14100"/>
        <pc:sldMkLst>
          <pc:docMk/>
          <pc:sldMk cId="2002431189" sldId="272"/>
        </pc:sldMkLst>
        <pc:spChg chg="del">
          <ac:chgData name="Chandra Prakash Bathula" userId="S::chandraprakash.bathula@slu.edu::1bbcd802-b19d-4007-8ff4-9de30793bbb6" providerId="AD" clId="Web-{5CDDA71C-15A9-1207-51FE-3AC8E05B0221}" dt="2025-10-13T23:59:22.588" v="504"/>
          <ac:spMkLst>
            <pc:docMk/>
            <pc:sldMk cId="2002431189" sldId="272"/>
            <ac:spMk id="2" creationId="{2FD74FDF-5BE4-9B9D-41AB-B72D4A936CAC}"/>
          </ac:spMkLst>
        </pc:spChg>
        <pc:spChg chg="del mod">
          <ac:chgData name="Chandra Prakash Bathula" userId="S::chandraprakash.bathula@slu.edu::1bbcd802-b19d-4007-8ff4-9de30793bbb6" providerId="AD" clId="Web-{5CDDA71C-15A9-1207-51FE-3AC8E05B0221}" dt="2025-10-13T23:59:20.510" v="503"/>
          <ac:spMkLst>
            <pc:docMk/>
            <pc:sldMk cId="2002431189" sldId="272"/>
            <ac:spMk id="3" creationId="{E51E2E82-A0FC-B3D6-670C-47B1FABD2E52}"/>
          </ac:spMkLst>
        </pc:spChg>
        <pc:spChg chg="add del">
          <ac:chgData name="Chandra Prakash Bathula" userId="S::chandraprakash.bathula@slu.edu::1bbcd802-b19d-4007-8ff4-9de30793bbb6" providerId="AD" clId="Web-{5CDDA71C-15A9-1207-51FE-3AC8E05B0221}" dt="2025-10-14T00:04:56.687" v="519"/>
          <ac:spMkLst>
            <pc:docMk/>
            <pc:sldMk cId="2002431189" sldId="272"/>
            <ac:spMk id="10" creationId="{A169D286-F4D7-4C8B-A6BD-D05384C7F1D8}"/>
          </ac:spMkLst>
        </pc:spChg>
        <pc:spChg chg="add del">
          <ac:chgData name="Chandra Prakash Bathula" userId="S::chandraprakash.bathula@slu.edu::1bbcd802-b19d-4007-8ff4-9de30793bbb6" providerId="AD" clId="Web-{5CDDA71C-15A9-1207-51FE-3AC8E05B0221}" dt="2025-10-14T00:04:56.687" v="519"/>
          <ac:spMkLst>
            <pc:docMk/>
            <pc:sldMk cId="2002431189" sldId="272"/>
            <ac:spMk id="12" creationId="{39E8235E-135E-4261-8F54-2B316E493C42}"/>
          </ac:spMkLst>
        </pc:spChg>
        <pc:spChg chg="add del">
          <ac:chgData name="Chandra Prakash Bathula" userId="S::chandraprakash.bathula@slu.edu::1bbcd802-b19d-4007-8ff4-9de30793bbb6" providerId="AD" clId="Web-{5CDDA71C-15A9-1207-51FE-3AC8E05B0221}" dt="2025-10-14T00:04:56.687" v="519"/>
          <ac:spMkLst>
            <pc:docMk/>
            <pc:sldMk cId="2002431189" sldId="272"/>
            <ac:spMk id="14" creationId="{D4ED8EC3-4D57-4620-93CE-4E6661F09A3E}"/>
          </ac:spMkLst>
        </pc:spChg>
        <pc:spChg chg="add del">
          <ac:chgData name="Chandra Prakash Bathula" userId="S::chandraprakash.bathula@slu.edu::1bbcd802-b19d-4007-8ff4-9de30793bbb6" providerId="AD" clId="Web-{5CDDA71C-15A9-1207-51FE-3AC8E05B0221}" dt="2025-10-14T00:04:56.687" v="519"/>
          <ac:spMkLst>
            <pc:docMk/>
            <pc:sldMk cId="2002431189" sldId="272"/>
            <ac:spMk id="16" creationId="{83BCB34A-2F40-4F41-8488-A134C1C155B7}"/>
          </ac:spMkLst>
        </pc:spChg>
        <pc:spChg chg="add del">
          <ac:chgData name="Chandra Prakash Bathula" userId="S::chandraprakash.bathula@slu.edu::1bbcd802-b19d-4007-8ff4-9de30793bbb6" providerId="AD" clId="Web-{5CDDA71C-15A9-1207-51FE-3AC8E05B0221}" dt="2025-10-14T00:04:56.687" v="519"/>
          <ac:spMkLst>
            <pc:docMk/>
            <pc:sldMk cId="2002431189" sldId="272"/>
            <ac:spMk id="18" creationId="{F78382DC-4207-465E-B379-1E16448AA222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4T00:12:31.298" v="541"/>
          <ac:spMkLst>
            <pc:docMk/>
            <pc:sldMk cId="2002431189" sldId="272"/>
            <ac:spMk id="31" creationId="{112839B5-6527-4FE1-B5CA-71D5FFC47C0E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4T00:12:31.298" v="541"/>
          <ac:spMkLst>
            <pc:docMk/>
            <pc:sldMk cId="2002431189" sldId="272"/>
            <ac:spMk id="33" creationId="{089B37F3-721E-4809-A50E-9EE306404ED8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4T00:12:31.298" v="541"/>
          <ac:spMkLst>
            <pc:docMk/>
            <pc:sldMk cId="2002431189" sldId="272"/>
            <ac:spMk id="35" creationId="{BE12D8E2-6088-4997-A8C6-1794DA9E1D48}"/>
          </ac:spMkLst>
        </pc:spChg>
        <pc:spChg chg="add">
          <ac:chgData name="Chandra Prakash Bathula" userId="S::chandraprakash.bathula@slu.edu::1bbcd802-b19d-4007-8ff4-9de30793bbb6" providerId="AD" clId="Web-{5CDDA71C-15A9-1207-51FE-3AC8E05B0221}" dt="2025-10-14T00:12:31.298" v="541"/>
          <ac:spMkLst>
            <pc:docMk/>
            <pc:sldMk cId="2002431189" sldId="272"/>
            <ac:spMk id="37" creationId="{FAF10F47-1605-47C5-AE58-9062909ADA42}"/>
          </ac:spMkLst>
        </pc:spChg>
        <pc:picChg chg="add mod ord">
          <ac:chgData name="Chandra Prakash Bathula" userId="S::chandraprakash.bathula@slu.edu::1bbcd802-b19d-4007-8ff4-9de30793bbb6" providerId="AD" clId="Web-{5CDDA71C-15A9-1207-51FE-3AC8E05B0221}" dt="2025-10-14T00:12:31.298" v="541"/>
          <ac:picMkLst>
            <pc:docMk/>
            <pc:sldMk cId="2002431189" sldId="272"/>
            <ac:picMk id="4" creationId="{4D1F124F-9F6B-E9DD-AC1B-89FDA7DA5555}"/>
          </ac:picMkLst>
        </pc:picChg>
        <pc:picChg chg="add mod ord">
          <ac:chgData name="Chandra Prakash Bathula" userId="S::chandraprakash.bathula@slu.edu::1bbcd802-b19d-4007-8ff4-9de30793bbb6" providerId="AD" clId="Web-{5CDDA71C-15A9-1207-51FE-3AC8E05B0221}" dt="2025-10-14T00:12:31.298" v="541"/>
          <ac:picMkLst>
            <pc:docMk/>
            <pc:sldMk cId="2002431189" sldId="272"/>
            <ac:picMk id="5" creationId="{783C6CFB-3F6B-F4B1-C061-0A98F6520105}"/>
          </ac:picMkLst>
        </pc:picChg>
        <pc:picChg chg="add del mod">
          <ac:chgData name="Chandra Prakash Bathula" userId="S::chandraprakash.bathula@slu.edu::1bbcd802-b19d-4007-8ff4-9de30793bbb6" providerId="AD" clId="Web-{5CDDA71C-15A9-1207-51FE-3AC8E05B0221}" dt="2025-10-14T00:04:20.749" v="513"/>
          <ac:picMkLst>
            <pc:docMk/>
            <pc:sldMk cId="2002431189" sldId="272"/>
            <ac:picMk id="6" creationId="{A42DF4E2-7EDB-5F20-4BD1-FA63CED7F379}"/>
          </ac:picMkLst>
        </pc:picChg>
        <pc:picChg chg="add del mod">
          <ac:chgData name="Chandra Prakash Bathula" userId="S::chandraprakash.bathula@slu.edu::1bbcd802-b19d-4007-8ff4-9de30793bbb6" providerId="AD" clId="Web-{5CDDA71C-15A9-1207-51FE-3AC8E05B0221}" dt="2025-10-14T00:04:30.764" v="515"/>
          <ac:picMkLst>
            <pc:docMk/>
            <pc:sldMk cId="2002431189" sldId="272"/>
            <ac:picMk id="7" creationId="{13BCF253-D7CD-6D09-4BB5-1F1022FE1A45}"/>
          </ac:picMkLst>
        </pc:picChg>
        <pc:picChg chg="add del mod">
          <ac:chgData name="Chandra Prakash Bathula" userId="S::chandraprakash.bathula@slu.edu::1bbcd802-b19d-4007-8ff4-9de30793bbb6" providerId="AD" clId="Web-{5CDDA71C-15A9-1207-51FE-3AC8E05B0221}" dt="2025-10-14T00:04:39.671" v="517"/>
          <ac:picMkLst>
            <pc:docMk/>
            <pc:sldMk cId="2002431189" sldId="272"/>
            <ac:picMk id="8" creationId="{42030789-87FA-1C1A-308B-1DC59D7D7C73}"/>
          </ac:picMkLst>
        </pc:picChg>
        <pc:picChg chg="add del mod">
          <ac:chgData name="Chandra Prakash Bathula" userId="S::chandraprakash.bathula@slu.edu::1bbcd802-b19d-4007-8ff4-9de30793bbb6" providerId="AD" clId="Web-{5CDDA71C-15A9-1207-51FE-3AC8E05B0221}" dt="2025-10-14T00:05:09.062" v="522"/>
          <ac:picMkLst>
            <pc:docMk/>
            <pc:sldMk cId="2002431189" sldId="272"/>
            <ac:picMk id="9" creationId="{3CB3BC21-BCAE-58FF-1816-75821F6D8DCE}"/>
          </ac:picMkLst>
        </pc:picChg>
        <pc:picChg chg="add mod">
          <ac:chgData name="Chandra Prakash Bathula" userId="S::chandraprakash.bathula@slu.edu::1bbcd802-b19d-4007-8ff4-9de30793bbb6" providerId="AD" clId="Web-{5CDDA71C-15A9-1207-51FE-3AC8E05B0221}" dt="2025-10-14T00:12:39.564" v="542" actId="14100"/>
          <ac:picMkLst>
            <pc:docMk/>
            <pc:sldMk cId="2002431189" sldId="272"/>
            <ac:picMk id="11" creationId="{C3421FC1-2BE7-8C90-79A8-A9910E068150}"/>
          </ac:picMkLst>
        </pc:picChg>
        <pc:picChg chg="add mod ord">
          <ac:chgData name="Chandra Prakash Bathula" userId="S::chandraprakash.bathula@slu.edu::1bbcd802-b19d-4007-8ff4-9de30793bbb6" providerId="AD" clId="Web-{5CDDA71C-15A9-1207-51FE-3AC8E05B0221}" dt="2025-10-14T00:12:31.298" v="541"/>
          <ac:picMkLst>
            <pc:docMk/>
            <pc:sldMk cId="2002431189" sldId="272"/>
            <ac:picMk id="17" creationId="{63EEFF62-68FB-AB26-3286-E1EC5C3B0ACF}"/>
          </ac:picMkLst>
        </pc:picChg>
        <pc:picChg chg="add mod ord">
          <ac:chgData name="Chandra Prakash Bathula" userId="S::chandraprakash.bathula@slu.edu::1bbcd802-b19d-4007-8ff4-9de30793bbb6" providerId="AD" clId="Web-{5CDDA71C-15A9-1207-51FE-3AC8E05B0221}" dt="2025-10-14T00:12:31.298" v="541"/>
          <ac:picMkLst>
            <pc:docMk/>
            <pc:sldMk cId="2002431189" sldId="272"/>
            <ac:picMk id="19" creationId="{BCBE38B1-740E-E6D7-5501-6ABE38516119}"/>
          </ac:picMkLst>
        </pc:picChg>
        <pc:cxnChg chg="add del">
          <ac:chgData name="Chandra Prakash Bathula" userId="S::chandraprakash.bathula@slu.edu::1bbcd802-b19d-4007-8ff4-9de30793bbb6" providerId="AD" clId="Web-{5CDDA71C-15A9-1207-51FE-3AC8E05B0221}" dt="2025-10-14T00:10:27.157" v="539"/>
          <ac:cxnSpMkLst>
            <pc:docMk/>
            <pc:sldMk cId="2002431189" sldId="272"/>
            <ac:cxnSpMk id="13" creationId="{DCD67800-37AC-4E14-89B0-F79DCB3FB86D}"/>
          </ac:cxnSpMkLst>
        </pc:cxnChg>
        <pc:cxnChg chg="add del">
          <ac:chgData name="Chandra Prakash Bathula" userId="S::chandraprakash.bathula@slu.edu::1bbcd802-b19d-4007-8ff4-9de30793bbb6" providerId="AD" clId="Web-{5CDDA71C-15A9-1207-51FE-3AC8E05B0221}" dt="2025-10-14T00:10:27.157" v="539"/>
          <ac:cxnSpMkLst>
            <pc:docMk/>
            <pc:sldMk cId="2002431189" sldId="272"/>
            <ac:cxnSpMk id="15" creationId="{20F1788F-A5AE-4188-8274-F7F2E3833ECD}"/>
          </ac:cxnSpMkLst>
        </pc:cxnChg>
        <pc:cxnChg chg="add">
          <ac:chgData name="Chandra Prakash Bathula" userId="S::chandraprakash.bathula@slu.edu::1bbcd802-b19d-4007-8ff4-9de30793bbb6" providerId="AD" clId="Web-{5CDDA71C-15A9-1207-51FE-3AC8E05B0221}" dt="2025-10-14T00:10:27.157" v="539"/>
          <ac:cxnSpMkLst>
            <pc:docMk/>
            <pc:sldMk cId="2002431189" sldId="272"/>
            <ac:cxnSpMk id="22" creationId="{91B6081D-D3E8-4209-B85B-EB1C655A6272}"/>
          </ac:cxnSpMkLst>
        </pc:cxnChg>
        <pc:cxnChg chg="add del">
          <ac:chgData name="Chandra Prakash Bathula" userId="S::chandraprakash.bathula@slu.edu::1bbcd802-b19d-4007-8ff4-9de30793bbb6" providerId="AD" clId="Web-{5CDDA71C-15A9-1207-51FE-3AC8E05B0221}" dt="2025-10-14T00:12:31.298" v="541"/>
          <ac:cxnSpMkLst>
            <pc:docMk/>
            <pc:sldMk cId="2002431189" sldId="272"/>
            <ac:cxnSpMk id="24" creationId="{28CA55E4-1295-45C8-BA05-5A9E705B749A}"/>
          </ac:cxnSpMkLst>
        </pc:cxnChg>
        <pc:cxnChg chg="add">
          <ac:chgData name="Chandra Prakash Bathula" userId="S::chandraprakash.bathula@slu.edu::1bbcd802-b19d-4007-8ff4-9de30793bbb6" providerId="AD" clId="Web-{5CDDA71C-15A9-1207-51FE-3AC8E05B0221}" dt="2025-10-14T00:10:27.157" v="539"/>
          <ac:cxnSpMkLst>
            <pc:docMk/>
            <pc:sldMk cId="2002431189" sldId="272"/>
            <ac:cxnSpMk id="26" creationId="{08C5794E-A9A1-4A23-AF68-C79A7822334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tock Market Bar Graph">
            <a:extLst>
              <a:ext uri="{FF2B5EF4-FFF2-40B4-BE49-F238E27FC236}">
                <a16:creationId xmlns:a16="http://schemas.microsoft.com/office/drawing/2014/main" id="{BACE4374-C0CE-3E2F-2402-CE159486EEE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6250" b="6250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>
                <a:solidFill>
                  <a:srgbClr val="FFFFFF"/>
                </a:solidFill>
              </a:rPr>
              <a:t>AA 5750 – Contemporary Issues in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Understanding Neural Networks Intuitively</a:t>
            </a: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AA125-F67A-414A-D8A3-9CB6A9C35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What is AI?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5F03-1134-44E3-95DE-EA1209150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</a:pPr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Definition:</a:t>
            </a: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 AI mimics human intelligence for tasks like learning and decision-making.</a:t>
            </a:r>
          </a:p>
          <a:p>
            <a:pPr>
              <a:buFont typeface="Arial"/>
            </a:pPr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How:</a:t>
            </a: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 Algorithms emulate human logic using data.</a:t>
            </a:r>
          </a:p>
          <a:p>
            <a:pPr>
              <a:buFont typeface="Arial"/>
            </a:pPr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Impact:</a:t>
            </a: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 Drives recommendations, diagnostics, autonomous systems.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Robot">
            <a:extLst>
              <a:ext uri="{FF2B5EF4-FFF2-40B4-BE49-F238E27FC236}">
                <a16:creationId xmlns:a16="http://schemas.microsoft.com/office/drawing/2014/main" id="{07CEB651-46E8-06EE-90CF-EB731D6E43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563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4C2AC11E-3162-4990-A36E-92B07ECF1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073D962-D3D2-4A72-8593-65C213CBF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4" y="633619"/>
            <a:ext cx="4520912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8414F6-AA3A-8ADA-6554-C808C566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8408"/>
            <a:ext cx="3721608" cy="1106424"/>
          </a:xfrm>
        </p:spPr>
        <p:txBody>
          <a:bodyPr>
            <a:normAutofit/>
          </a:bodyPr>
          <a:lstStyle/>
          <a:p>
            <a:r>
              <a:rPr lang="en-US" sz="2800"/>
              <a:t>Classical Machine Learning</a:t>
            </a:r>
          </a:p>
          <a:p>
            <a:endParaRPr lang="en-US" sz="28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387511B-F6E1-4929-AC90-94FB8B6B0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5" y="1181536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A58F78C-27AB-465F-AA33-15E08AF26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6" y="2185416"/>
            <a:ext cx="3683187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7A96F-1AAB-83B6-EBDC-8888B2E1B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68296"/>
            <a:ext cx="3721608" cy="350215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300" b="1">
                <a:ea typeface="+mn-lt"/>
                <a:cs typeface="+mn-lt"/>
              </a:rPr>
              <a:t>Purpose:</a:t>
            </a:r>
            <a:r>
              <a:rPr lang="en-US" sz="1300">
                <a:ea typeface="+mn-lt"/>
                <a:cs typeface="+mn-lt"/>
              </a:rPr>
              <a:t> Predict or classify using data patterns.</a:t>
            </a:r>
            <a:endParaRPr lang="en-US" sz="1300"/>
          </a:p>
          <a:p>
            <a:pPr marL="0" indent="0">
              <a:buNone/>
            </a:pPr>
            <a:r>
              <a:rPr lang="en-US" sz="1300" b="1">
                <a:ea typeface="+mn-lt"/>
                <a:cs typeface="+mn-lt"/>
              </a:rPr>
              <a:t>Algorithms:</a:t>
            </a:r>
            <a:endParaRPr lang="en-US" sz="1300"/>
          </a:p>
          <a:p>
            <a:pPr marL="971550" lvl="1" indent="-285750">
              <a:buFont typeface="Arial"/>
              <a:buChar char="•"/>
            </a:pPr>
            <a:r>
              <a:rPr lang="en-US" sz="1300" b="1">
                <a:ea typeface="+mn-lt"/>
                <a:cs typeface="+mn-lt"/>
              </a:rPr>
              <a:t>K-NN:</a:t>
            </a:r>
            <a:r>
              <a:rPr lang="en-US" sz="1300">
                <a:ea typeface="+mn-lt"/>
                <a:cs typeface="+mn-lt"/>
              </a:rPr>
              <a:t> Classifies by nearest neighbors (e.g., recommendations).</a:t>
            </a:r>
            <a:endParaRPr lang="en-US" sz="1300"/>
          </a:p>
          <a:p>
            <a:pPr marL="971550" lvl="1" indent="-285750">
              <a:buFont typeface="Arial"/>
              <a:buChar char="•"/>
            </a:pPr>
            <a:r>
              <a:rPr lang="en-US" sz="1300" b="1">
                <a:ea typeface="+mn-lt"/>
                <a:cs typeface="+mn-lt"/>
              </a:rPr>
              <a:t>Decision Trees:</a:t>
            </a:r>
            <a:r>
              <a:rPr lang="en-US" sz="1300">
                <a:ea typeface="+mn-lt"/>
                <a:cs typeface="+mn-lt"/>
              </a:rPr>
              <a:t> If-else rules (e.g., fraud detection).</a:t>
            </a:r>
            <a:endParaRPr lang="en-US" sz="1300"/>
          </a:p>
          <a:p>
            <a:pPr marL="971550" lvl="1" indent="-285750">
              <a:buFont typeface="Arial"/>
              <a:buChar char="•"/>
            </a:pPr>
            <a:r>
              <a:rPr lang="en-US" sz="1300" b="1">
                <a:ea typeface="+mn-lt"/>
                <a:cs typeface="+mn-lt"/>
              </a:rPr>
              <a:t>Logistic Regression:</a:t>
            </a:r>
            <a:r>
              <a:rPr lang="en-US" sz="1300">
                <a:ea typeface="+mn-lt"/>
                <a:cs typeface="+mn-lt"/>
              </a:rPr>
              <a:t> Linear boundaries (e.g., spam detection).</a:t>
            </a:r>
            <a:endParaRPr lang="en-US" sz="1300"/>
          </a:p>
          <a:p>
            <a:pPr marL="971550" lvl="1" indent="-285750">
              <a:buFont typeface="Arial"/>
              <a:buChar char="•"/>
            </a:pPr>
            <a:r>
              <a:rPr lang="en-US" sz="1300" b="1">
                <a:ea typeface="+mn-lt"/>
                <a:cs typeface="+mn-lt"/>
              </a:rPr>
              <a:t>SVM:</a:t>
            </a:r>
            <a:r>
              <a:rPr lang="en-US" sz="1300">
                <a:ea typeface="+mn-lt"/>
                <a:cs typeface="+mn-lt"/>
              </a:rPr>
              <a:t> Maximizes class margins (e.g., image classification).</a:t>
            </a:r>
            <a:endParaRPr lang="en-US" sz="1300"/>
          </a:p>
          <a:p>
            <a:pPr marL="971550" lvl="1" indent="-285750">
              <a:buFont typeface="Arial"/>
              <a:buChar char="•"/>
            </a:pPr>
            <a:r>
              <a:rPr lang="en-US" sz="1300" b="1">
                <a:ea typeface="+mn-lt"/>
                <a:cs typeface="+mn-lt"/>
              </a:rPr>
              <a:t>Naive Bayes:</a:t>
            </a:r>
            <a:r>
              <a:rPr lang="en-US" sz="1300">
                <a:ea typeface="+mn-lt"/>
                <a:cs typeface="+mn-lt"/>
              </a:rPr>
              <a:t> Probability-based (e.g., spam filters).</a:t>
            </a:r>
            <a:endParaRPr lang="en-US" sz="1300"/>
          </a:p>
          <a:p>
            <a:pPr marL="0" indent="0">
              <a:buNone/>
            </a:pPr>
            <a:r>
              <a:rPr lang="en-US" sz="1300" b="1">
                <a:ea typeface="+mn-lt"/>
                <a:cs typeface="+mn-lt"/>
              </a:rPr>
              <a:t>Core:</a:t>
            </a:r>
            <a:r>
              <a:rPr lang="en-US" sz="1300">
                <a:ea typeface="+mn-lt"/>
                <a:cs typeface="+mn-lt"/>
              </a:rPr>
              <a:t> Fits functions to predict new data.</a:t>
            </a:r>
            <a:endParaRPr lang="en-US" sz="1300"/>
          </a:p>
          <a:p>
            <a:pPr marL="0" indent="0">
              <a:buNone/>
            </a:pPr>
            <a:endParaRPr lang="en-US" sz="130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696175F-AEFA-5288-C917-9E79CED1E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267" y="913948"/>
            <a:ext cx="3248351" cy="2127669"/>
          </a:xfrm>
          <a:prstGeom prst="rect">
            <a:avLst/>
          </a:prstGeom>
        </p:spPr>
      </p:pic>
      <p:pic>
        <p:nvPicPr>
          <p:cNvPr id="10" name="Picture 9" descr="A graph with blue dots and a red line&#10;&#10;AI-generated content may be incorrect.">
            <a:extLst>
              <a:ext uri="{FF2B5EF4-FFF2-40B4-BE49-F238E27FC236}">
                <a16:creationId xmlns:a16="http://schemas.microsoft.com/office/drawing/2014/main" id="{11679916-4319-9158-A9E4-B059A0B3D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9914" y="1088549"/>
            <a:ext cx="3248352" cy="1778472"/>
          </a:xfrm>
          <a:prstGeom prst="rect">
            <a:avLst/>
          </a:prstGeom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628FA18-97BB-FF17-32EF-723F7F6AEA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8317" y="3436664"/>
            <a:ext cx="3058254" cy="2691264"/>
          </a:xfrm>
          <a:prstGeom prst="rect">
            <a:avLst/>
          </a:prstGeom>
        </p:spPr>
      </p:pic>
      <p:pic>
        <p:nvPicPr>
          <p:cNvPr id="9" name="Picture 8" descr="A group of orange and blue rectangular boxes&#10;&#10;AI-generated content may be incorrect.">
            <a:extLst>
              <a:ext uri="{FF2B5EF4-FFF2-40B4-BE49-F238E27FC236}">
                <a16:creationId xmlns:a16="http://schemas.microsoft.com/office/drawing/2014/main" id="{12B168AE-4CAB-E630-719F-FB56DF5DA0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9914" y="3984986"/>
            <a:ext cx="3248352" cy="159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069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6604AF4-AEF7-4020-93AD-C74808D17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DB65AB2-AC18-4139-B8BE-52452A256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1"/>
            <a:ext cx="12192001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89A5304-EF26-47F3-9CB7-ED121FC74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798" y="685799"/>
            <a:ext cx="10820400" cy="5486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B0E1CB-654F-89AE-D8F3-1E5FB0E07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94" y="1136478"/>
            <a:ext cx="9016409" cy="10518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</a:rPr>
              <a:t>Classical ML</a:t>
            </a:r>
          </a:p>
        </p:txBody>
      </p:sp>
      <p:pic>
        <p:nvPicPr>
          <p:cNvPr id="5" name="Picture 4" descr="A diagram of a tree&#10;&#10;AI-generated content may be incorrect.">
            <a:extLst>
              <a:ext uri="{FF2B5EF4-FFF2-40B4-BE49-F238E27FC236}">
                <a16:creationId xmlns:a16="http://schemas.microsoft.com/office/drawing/2014/main" id="{34B747B5-378E-0F8A-EE22-1B20016CA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922" y="1444606"/>
            <a:ext cx="4343037" cy="2212173"/>
          </a:xfrm>
          <a:prstGeom prst="rect">
            <a:avLst/>
          </a:prstGeom>
        </p:spPr>
      </p:pic>
      <p:pic>
        <p:nvPicPr>
          <p:cNvPr id="7" name="Picture 6" descr="A group of orange and blue rectangular boxes with text&#10;&#10;AI-generated content may be incorrect.">
            <a:extLst>
              <a:ext uri="{FF2B5EF4-FFF2-40B4-BE49-F238E27FC236}">
                <a16:creationId xmlns:a16="http://schemas.microsoft.com/office/drawing/2014/main" id="{8F422EFB-BB01-78BB-D8B4-1CA7CBE16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0873" y="3542456"/>
            <a:ext cx="4435400" cy="2169728"/>
          </a:xfrm>
          <a:prstGeom prst="rect">
            <a:avLst/>
          </a:prstGeom>
        </p:spPr>
      </p:pic>
      <p:pic>
        <p:nvPicPr>
          <p:cNvPr id="4" name="Content Placeholder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0A34F9A-28C9-CCC0-7389-06ECE7F482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9376" y="1824301"/>
            <a:ext cx="2580431" cy="2297256"/>
          </a:xfrm>
          <a:prstGeom prst="rect">
            <a:avLst/>
          </a:prstGeom>
        </p:spPr>
      </p:pic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9DDC0C93-01C4-7C61-5ACE-719D5A2B6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113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0AAD3-71FA-F633-EA3F-F5F004247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1138036"/>
            <a:ext cx="4526973" cy="1402470"/>
          </a:xfrm>
        </p:spPr>
        <p:txBody>
          <a:bodyPr anchor="t">
            <a:normAutofit/>
          </a:bodyPr>
          <a:lstStyle/>
          <a:p>
            <a:r>
              <a:rPr lang="en-US" sz="3200"/>
              <a:t>Importance of Non-Linearity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4C970-EEE1-F097-3267-B674837CB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551176"/>
            <a:ext cx="4526973" cy="359120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Why Needed?</a:t>
            </a:r>
            <a:r>
              <a:rPr lang="en-US" sz="2000">
                <a:ea typeface="+mn-lt"/>
                <a:cs typeface="+mn-lt"/>
              </a:rPr>
              <a:t> Linear models can’t capture complex patterns (e.g., XOR, circles, images).</a:t>
            </a:r>
            <a:endParaRPr lang="en-US" sz="2000"/>
          </a:p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Non-Linear Activations:</a:t>
            </a:r>
            <a:r>
              <a:rPr lang="en-US" sz="2000">
                <a:ea typeface="+mn-lt"/>
                <a:cs typeface="+mn-lt"/>
              </a:rPr>
              <a:t> 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Enable complex decision boundaries.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Allow layers to build hierarchical features.</a:t>
            </a:r>
            <a:endParaRPr lang="en-US" sz="2000"/>
          </a:p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Impact:</a:t>
            </a:r>
            <a:r>
              <a:rPr lang="en-US" sz="2000">
                <a:ea typeface="+mn-lt"/>
                <a:cs typeface="+mn-lt"/>
              </a:rPr>
              <a:t> Makes deep networks universal approximators for any function.</a:t>
            </a:r>
            <a:endParaRPr lang="en-US" sz="2000"/>
          </a:p>
          <a:p>
            <a:pPr marL="0" indent="0">
              <a:buNone/>
            </a:pPr>
            <a:endParaRPr lang="en-US" sz="2000">
              <a:ea typeface="+mn-lt"/>
              <a:cs typeface="+mn-lt"/>
            </a:endParaRPr>
          </a:p>
        </p:txBody>
      </p:sp>
      <p:pic>
        <p:nvPicPr>
          <p:cNvPr id="7" name="Picture 6" descr="A graph of a graph with a line drawn on it&#10;&#10;AI-generated content may be incorrect.">
            <a:extLst>
              <a:ext uri="{FF2B5EF4-FFF2-40B4-BE49-F238E27FC236}">
                <a16:creationId xmlns:a16="http://schemas.microsoft.com/office/drawing/2014/main" id="{B1ACEE70-B350-F85E-E0F4-867831B5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112" r="-2" b="-2"/>
          <a:stretch>
            <a:fillRect/>
          </a:stretch>
        </p:blipFill>
        <p:spPr>
          <a:xfrm>
            <a:off x="8534401" y="316993"/>
            <a:ext cx="3048000" cy="3429000"/>
          </a:xfrm>
          <a:prstGeom prst="rect">
            <a:avLst/>
          </a:prstGeom>
        </p:spPr>
      </p:pic>
      <p:pic>
        <p:nvPicPr>
          <p:cNvPr id="6" name="Picture 5" descr="A graph on a graph&#10;&#10;AI-generated content may be incorrect.">
            <a:extLst>
              <a:ext uri="{FF2B5EF4-FFF2-40B4-BE49-F238E27FC236}">
                <a16:creationId xmlns:a16="http://schemas.microsoft.com/office/drawing/2014/main" id="{C76A5FF9-8E7E-CE9E-F80F-2495CF504E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11"/>
          <a:stretch>
            <a:fillRect/>
          </a:stretch>
        </p:blipFill>
        <p:spPr>
          <a:xfrm>
            <a:off x="4949952" y="402346"/>
            <a:ext cx="3048000" cy="3428991"/>
          </a:xfrm>
          <a:prstGeom prst="rect">
            <a:avLst/>
          </a:prstGeom>
        </p:spPr>
      </p:pic>
      <p:pic>
        <p:nvPicPr>
          <p:cNvPr id="8" name="Picture 7" descr="A graph with a line and a red line&#10;&#10;AI-generated content may be incorrect.">
            <a:extLst>
              <a:ext uri="{FF2B5EF4-FFF2-40B4-BE49-F238E27FC236}">
                <a16:creationId xmlns:a16="http://schemas.microsoft.com/office/drawing/2014/main" id="{3B7A58AE-C764-65B4-C2F7-E0FC356BD2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91" b="2"/>
          <a:stretch>
            <a:fillRect/>
          </a:stretch>
        </p:blipFill>
        <p:spPr>
          <a:xfrm>
            <a:off x="6986023" y="3959352"/>
            <a:ext cx="5205977" cy="289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312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map of different colored dots&#10;&#10;AI-generated content may be incorrect.">
            <a:extLst>
              <a:ext uri="{FF2B5EF4-FFF2-40B4-BE49-F238E27FC236}">
                <a16:creationId xmlns:a16="http://schemas.microsoft.com/office/drawing/2014/main" id="{BCBE38B1-740E-E6D7-5501-6ABE38516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497" y="321733"/>
            <a:ext cx="2498521" cy="2236177"/>
          </a:xfrm>
          <a:prstGeom prst="rect">
            <a:avLst/>
          </a:prstGeom>
        </p:spPr>
      </p:pic>
      <p:pic>
        <p:nvPicPr>
          <p:cNvPr id="5" name="Picture 4" descr="A diagram of a network&#10;&#10;AI-generated content may be incorrect.">
            <a:extLst>
              <a:ext uri="{FF2B5EF4-FFF2-40B4-BE49-F238E27FC236}">
                <a16:creationId xmlns:a16="http://schemas.microsoft.com/office/drawing/2014/main" id="{783C6CFB-3F6B-F4B1-C061-0A98F6520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8891" y="313080"/>
            <a:ext cx="2086952" cy="2262279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112839B5-6527-4FE1-B5CA-71D5FFC47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752928"/>
            <a:ext cx="7566298" cy="759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89B37F3-721E-4809-A50E-9EE306404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46483" y="0"/>
            <a:ext cx="91440" cy="27889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mage">
            <a:extLst>
              <a:ext uri="{FF2B5EF4-FFF2-40B4-BE49-F238E27FC236}">
                <a16:creationId xmlns:a16="http://schemas.microsoft.com/office/drawing/2014/main" id="{4D1F124F-9F6B-E9DD-AC1B-89FDA7DA5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906" y="3331200"/>
            <a:ext cx="6839378" cy="2735751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BE12D8E2-6088-4997-A8C6-1794DA9E1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66813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diagram of a network&#10;&#10;AI-generated content may be incorrect.">
            <a:extLst>
              <a:ext uri="{FF2B5EF4-FFF2-40B4-BE49-F238E27FC236}">
                <a16:creationId xmlns:a16="http://schemas.microsoft.com/office/drawing/2014/main" id="{C3421FC1-2BE7-8C90-79A8-A9910E0681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8502" y="937492"/>
            <a:ext cx="2486468" cy="2697029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FAF10F47-1605-47C5-AE58-9062909A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66299" y="3862989"/>
            <a:ext cx="4625702" cy="822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 map of different colored dots&#10;&#10;AI-generated content may be incorrect.">
            <a:extLst>
              <a:ext uri="{FF2B5EF4-FFF2-40B4-BE49-F238E27FC236}">
                <a16:creationId xmlns:a16="http://schemas.microsoft.com/office/drawing/2014/main" id="{63EEFF62-68FB-AB26-3286-E1EC5C3B0A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2513" y="4172622"/>
            <a:ext cx="2468350" cy="222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431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FF5A3D-596C-64BB-7294-531375F61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71184"/>
            <a:ext cx="6036576" cy="769080"/>
          </a:xfrm>
        </p:spPr>
        <p:txBody>
          <a:bodyPr anchor="b">
            <a:normAutofit fontScale="90000"/>
          </a:bodyPr>
          <a:lstStyle/>
          <a:p>
            <a:r>
              <a:rPr lang="en-US" sz="5400"/>
              <a:t>Why Neural Networks?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2B583-6286-9293-15AB-4258530E6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550624"/>
            <a:ext cx="5448576" cy="3639864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>
                <a:ea typeface="+mn-lt"/>
                <a:cs typeface="+mn-lt"/>
              </a:rPr>
              <a:t>Challenges:</a:t>
            </a:r>
            <a:r>
              <a:rPr lang="en-US" sz="2200">
                <a:ea typeface="+mn-lt"/>
                <a:cs typeface="+mn-lt"/>
              </a:rPr>
              <a:t> Classical ML excels with linear or structured data but struggles with non-linear patterns (e.g., XOR, images, speech).</a:t>
            </a:r>
          </a:p>
          <a:p>
            <a:pPr marL="0" indent="0">
              <a:buNone/>
            </a:pPr>
            <a:r>
              <a:rPr lang="en-US" sz="2200" b="1">
                <a:ea typeface="+mn-lt"/>
                <a:cs typeface="+mn-lt"/>
              </a:rPr>
              <a:t>Examples of Non-Linear Data:</a:t>
            </a:r>
            <a:r>
              <a:rPr lang="en-US" sz="2200">
                <a:ea typeface="+mn-lt"/>
                <a:cs typeface="+mn-lt"/>
              </a:rPr>
              <a:t> </a:t>
            </a:r>
          </a:p>
          <a:p>
            <a:pPr>
              <a:buFont typeface="Arial"/>
            </a:pPr>
            <a:r>
              <a:rPr lang="en-US" sz="2200">
                <a:ea typeface="+mn-lt"/>
                <a:cs typeface="+mn-lt"/>
              </a:rPr>
              <a:t>XOR logic gate: Classes not separable by a line.</a:t>
            </a:r>
          </a:p>
          <a:p>
            <a:pPr>
              <a:buFont typeface="Arial"/>
            </a:pPr>
            <a:r>
              <a:rPr lang="en-US" sz="2200">
                <a:ea typeface="+mn-lt"/>
                <a:cs typeface="+mn-lt"/>
              </a:rPr>
              <a:t>Images: Complex patterns like faces or objects.</a:t>
            </a:r>
          </a:p>
          <a:p>
            <a:pPr>
              <a:buFont typeface="Arial"/>
            </a:pPr>
            <a:r>
              <a:rPr lang="en-US" sz="2200">
                <a:ea typeface="+mn-lt"/>
                <a:cs typeface="+mn-lt"/>
              </a:rPr>
              <a:t>Text: Hierarchical language structures.</a:t>
            </a:r>
          </a:p>
          <a:p>
            <a:pPr marL="0" indent="0">
              <a:buNone/>
            </a:pPr>
            <a:r>
              <a:rPr lang="en-US" sz="2200" b="1">
                <a:ea typeface="+mn-lt"/>
                <a:cs typeface="+mn-lt"/>
              </a:rPr>
              <a:t>Why It Matters:</a:t>
            </a:r>
            <a:r>
              <a:rPr lang="en-US" sz="2200">
                <a:ea typeface="+mn-lt"/>
                <a:cs typeface="+mn-lt"/>
              </a:rPr>
              <a:t> Non-linear data is common in real-world tasks, requiring more powerful models.</a:t>
            </a:r>
          </a:p>
          <a:p>
            <a:pPr marL="0" indent="0">
              <a:buNone/>
            </a:pPr>
            <a:endParaRPr lang="en-US" sz="2200"/>
          </a:p>
        </p:txBody>
      </p:sp>
      <p:pic>
        <p:nvPicPr>
          <p:cNvPr id="4" name="Picture 3" descr="A black and white diagram of a network&#10;&#10;AI-generated content may be incorrect.">
            <a:extLst>
              <a:ext uri="{FF2B5EF4-FFF2-40B4-BE49-F238E27FC236}">
                <a16:creationId xmlns:a16="http://schemas.microsoft.com/office/drawing/2014/main" id="{B9EC4674-370A-93EC-8332-DEF7BDDE9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9157" y="1151183"/>
            <a:ext cx="2207581" cy="2025969"/>
          </a:xfrm>
          <a:prstGeom prst="rect">
            <a:avLst/>
          </a:prstGeom>
        </p:spPr>
      </p:pic>
      <p:pic>
        <p:nvPicPr>
          <p:cNvPr id="5" name="Picture 4" descr="A diagram of a diagram of a layer&#10;&#10;AI-generated content may be incorrect.">
            <a:extLst>
              <a:ext uri="{FF2B5EF4-FFF2-40B4-BE49-F238E27FC236}">
                <a16:creationId xmlns:a16="http://schemas.microsoft.com/office/drawing/2014/main" id="{382D559D-3712-B41F-BA23-78EE2177F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7876" y="3686446"/>
            <a:ext cx="6071928" cy="148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915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EF17487-C386-4F99-B5EB-4FD3DF423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1DBEA0-83E2-792A-E9E9-2C254B0DC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824" y="643467"/>
            <a:ext cx="4772975" cy="1800526"/>
          </a:xfrm>
        </p:spPr>
        <p:txBody>
          <a:bodyPr>
            <a:normAutofit/>
          </a:bodyPr>
          <a:lstStyle/>
          <a:p>
            <a:r>
              <a:rPr lang="en-US" sz="4100"/>
              <a:t>Biological Inspiration for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C6731-9008-592A-8C4B-3145C9CB0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6824" y="2623381"/>
            <a:ext cx="4772974" cy="355358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700" b="1">
                <a:ea typeface="+mn-lt"/>
                <a:cs typeface="+mn-lt"/>
              </a:rPr>
              <a:t>Human Brain:</a:t>
            </a:r>
            <a:r>
              <a:rPr lang="en-US" sz="1700">
                <a:ea typeface="+mn-lt"/>
                <a:cs typeface="+mn-lt"/>
              </a:rPr>
              <a:t> Neurons process inputs (dendrites), compute in cell body, output via axons.</a:t>
            </a:r>
            <a:endParaRPr lang="en-US" sz="1700"/>
          </a:p>
          <a:p>
            <a:pPr marL="0" indent="0">
              <a:buNone/>
            </a:pPr>
            <a:r>
              <a:rPr lang="en-US" sz="1700" b="1">
                <a:ea typeface="+mn-lt"/>
                <a:cs typeface="+mn-lt"/>
              </a:rPr>
              <a:t>Learning:</a:t>
            </a:r>
            <a:r>
              <a:rPr lang="en-US" sz="1700">
                <a:ea typeface="+mn-lt"/>
                <a:cs typeface="+mn-lt"/>
              </a:rPr>
              <a:t> Experiences strengthen synaptic connections (thicker = more important).</a:t>
            </a:r>
          </a:p>
          <a:p>
            <a:pPr marL="0" indent="0">
              <a:buNone/>
            </a:pPr>
            <a:r>
              <a:rPr lang="en-US" sz="1700" b="1">
                <a:ea typeface="+mn-lt"/>
                <a:cs typeface="+mn-lt"/>
              </a:rPr>
              <a:t>AI Mimicry:</a:t>
            </a:r>
            <a:r>
              <a:rPr lang="en-US" sz="1700">
                <a:ea typeface="+mn-lt"/>
                <a:cs typeface="+mn-lt"/>
              </a:rPr>
              <a:t> Biological Neuron</a:t>
            </a:r>
          </a:p>
          <a:p>
            <a:pPr>
              <a:buFont typeface="Arial"/>
            </a:pPr>
            <a:r>
              <a:rPr lang="en-US" sz="1700">
                <a:ea typeface="+mn-lt"/>
                <a:cs typeface="+mn-lt"/>
              </a:rPr>
              <a:t>Inputs = data features (e.g., pixels).</a:t>
            </a:r>
          </a:p>
          <a:p>
            <a:pPr>
              <a:buFont typeface="Arial"/>
            </a:pPr>
            <a:r>
              <a:rPr lang="en-US" sz="1700">
                <a:ea typeface="+mn-lt"/>
                <a:cs typeface="+mn-lt"/>
              </a:rPr>
              <a:t>Weights = connection strength.</a:t>
            </a:r>
          </a:p>
          <a:p>
            <a:pPr>
              <a:buFont typeface="Arial"/>
            </a:pPr>
            <a:r>
              <a:rPr lang="en-US" sz="1700">
                <a:ea typeface="+mn-lt"/>
                <a:cs typeface="+mn-lt"/>
              </a:rPr>
              <a:t>Output = neuron firing.</a:t>
            </a:r>
          </a:p>
          <a:p>
            <a:pPr marL="0" indent="0">
              <a:buNone/>
            </a:pPr>
            <a:r>
              <a:rPr lang="en-US" sz="1700" b="1">
                <a:ea typeface="+mn-lt"/>
                <a:cs typeface="+mn-lt"/>
              </a:rPr>
              <a:t>Why Copy Biology?</a:t>
            </a:r>
            <a:r>
              <a:rPr lang="en-US" sz="1700">
                <a:ea typeface="+mn-lt"/>
                <a:cs typeface="+mn-lt"/>
              </a:rPr>
              <a:t> Brain’s efficiency inspires AI for complex tasks.</a:t>
            </a:r>
          </a:p>
          <a:p>
            <a:pPr marL="0" indent="0">
              <a:buNone/>
            </a:pPr>
            <a:endParaRPr lang="en-US" sz="1700"/>
          </a:p>
        </p:txBody>
      </p:sp>
      <p:pic>
        <p:nvPicPr>
          <p:cNvPr id="6" name="Picture 5" descr="A diagram of a nerve cell&#10;&#10;AI-generated content may be incorrect.">
            <a:extLst>
              <a:ext uri="{FF2B5EF4-FFF2-40B4-BE49-F238E27FC236}">
                <a16:creationId xmlns:a16="http://schemas.microsoft.com/office/drawing/2014/main" id="{DF163845-FE62-E60C-6C41-B82F186BF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0211" y="674012"/>
            <a:ext cx="3848322" cy="2483917"/>
          </a:xfrm>
          <a:prstGeom prst="rect">
            <a:avLst/>
          </a:prstGeom>
        </p:spPr>
      </p:pic>
      <p:pic>
        <p:nvPicPr>
          <p:cNvPr id="9" name="Picture 8" descr="A diagram of a structure&#10;&#10;AI-generated content may be incorrect.">
            <a:extLst>
              <a:ext uri="{FF2B5EF4-FFF2-40B4-BE49-F238E27FC236}">
                <a16:creationId xmlns:a16="http://schemas.microsoft.com/office/drawing/2014/main" id="{FFDA7100-5B94-7462-1250-FBAF8904E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7156" y="3657600"/>
            <a:ext cx="3654432" cy="258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516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07570-2E45-8C31-CA54-F3FE1BDD6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The Perceptron: First Step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DA882-76B8-D552-16A7-37370B8B4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700" b="1">
                <a:ea typeface="+mn-lt"/>
                <a:cs typeface="+mn-lt"/>
              </a:rPr>
              <a:t>Introduced:</a:t>
            </a:r>
            <a:r>
              <a:rPr lang="en-US" sz="1700">
                <a:ea typeface="+mn-lt"/>
                <a:cs typeface="+mn-lt"/>
              </a:rPr>
              <a:t> 1958 by Frank Rosenblatt.</a:t>
            </a:r>
            <a:endParaRPr lang="en-US" sz="1700"/>
          </a:p>
          <a:p>
            <a:pPr marL="0" indent="0">
              <a:buNone/>
            </a:pPr>
            <a:r>
              <a:rPr lang="en-US" sz="1700" b="1">
                <a:ea typeface="+mn-lt"/>
                <a:cs typeface="+mn-lt"/>
              </a:rPr>
              <a:t>Concept:</a:t>
            </a:r>
            <a:r>
              <a:rPr lang="en-US" sz="1700">
                <a:ea typeface="+mn-lt"/>
                <a:cs typeface="+mn-lt"/>
              </a:rPr>
              <a:t> A single neuron model inspired by biology.</a:t>
            </a:r>
            <a:endParaRPr lang="en-US" sz="1700"/>
          </a:p>
          <a:p>
            <a:pPr marL="0" indent="0">
              <a:buNone/>
            </a:pPr>
            <a:r>
              <a:rPr lang="en-US" sz="1700" b="1">
                <a:ea typeface="+mn-lt"/>
                <a:cs typeface="+mn-lt"/>
              </a:rPr>
              <a:t>Components:</a:t>
            </a:r>
            <a:r>
              <a:rPr lang="en-US" sz="1700">
                <a:ea typeface="+mn-lt"/>
                <a:cs typeface="+mn-lt"/>
              </a:rPr>
              <a:t> </a:t>
            </a:r>
            <a:endParaRPr lang="en-US" sz="1700"/>
          </a:p>
          <a:p>
            <a:pPr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Inputs: Data features.</a:t>
            </a:r>
            <a:endParaRPr lang="en-US" sz="1700"/>
          </a:p>
          <a:p>
            <a:pPr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Weights: Connection strengths.</a:t>
            </a:r>
            <a:endParaRPr lang="en-US" sz="1700"/>
          </a:p>
          <a:p>
            <a:pPr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Bias: Adjusts decision threshold.</a:t>
            </a:r>
            <a:endParaRPr lang="en-US" sz="1700"/>
          </a:p>
          <a:p>
            <a:pPr marL="0" indent="0">
              <a:buNone/>
            </a:pPr>
            <a:r>
              <a:rPr lang="en-US" sz="1700" b="1">
                <a:ea typeface="+mn-lt"/>
                <a:cs typeface="+mn-lt"/>
              </a:rPr>
              <a:t>Function:</a:t>
            </a:r>
            <a:r>
              <a:rPr lang="en-US" sz="1700">
                <a:ea typeface="+mn-lt"/>
                <a:cs typeface="+mn-lt"/>
              </a:rPr>
              <a:t> Computes weighted sum, applies activation for output.</a:t>
            </a:r>
          </a:p>
          <a:p>
            <a:pPr marL="0" indent="0">
              <a:buNone/>
            </a:pPr>
            <a:r>
              <a:rPr lang="en-US" sz="1700" b="1">
                <a:ea typeface="+mn-lt"/>
                <a:cs typeface="+mn-lt"/>
              </a:rPr>
              <a:t>Significance:</a:t>
            </a:r>
            <a:r>
              <a:rPr lang="en-US" sz="1700">
                <a:ea typeface="+mn-lt"/>
                <a:cs typeface="+mn-lt"/>
              </a:rPr>
              <a:t> Sparked AI by showing machines could learn patterns.</a:t>
            </a:r>
            <a:endParaRPr lang="en-US" sz="1700"/>
          </a:p>
          <a:p>
            <a:pPr marL="0" indent="0">
              <a:buNone/>
            </a:pPr>
            <a:endParaRPr lang="en-US" sz="1700"/>
          </a:p>
        </p:txBody>
      </p:sp>
      <p:pic>
        <p:nvPicPr>
          <p:cNvPr id="4" name="Picture 3" descr="A diagram of a single neuron perspective&#10;&#10;AI-generated content may be incorrect.">
            <a:extLst>
              <a:ext uri="{FF2B5EF4-FFF2-40B4-BE49-F238E27FC236}">
                <a16:creationId xmlns:a16="http://schemas.microsoft.com/office/drawing/2014/main" id="{05CDA04B-3A07-C48E-5BAD-DF157BC76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586598"/>
            <a:ext cx="5458968" cy="3684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992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8365D-DBF2-C0E8-F137-D31492056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>
                <a:ea typeface="+mj-lt"/>
                <a:cs typeface="+mj-lt"/>
              </a:rPr>
              <a:t>Mathematical Neuron Model</a:t>
            </a:r>
            <a:endParaRPr lang="en-US" sz="5000"/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4BA12-CE99-1C51-634F-00E657366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Equation:</a:t>
            </a:r>
            <a:r>
              <a:rPr lang="en-US" sz="2000">
                <a:ea typeface="+mn-lt"/>
                <a:cs typeface="+mn-lt"/>
              </a:rPr>
              <a:t> 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Z = (w1 * x1 + w2 * x2 + ... + wd * xd) + b </a:t>
            </a:r>
            <a:endParaRPr lang="en-US" sz="2000"/>
          </a:p>
          <a:p>
            <a:pPr>
              <a:buFont typeface="Arial"/>
            </a:pPr>
            <a:r>
              <a:rPr lang="en-US" sz="2000">
                <a:ea typeface="+mn-lt"/>
                <a:cs typeface="+mn-lt"/>
              </a:rPr>
              <a:t>w: Weights (feature importance).</a:t>
            </a:r>
            <a:endParaRPr lang="en-US" sz="2000"/>
          </a:p>
          <a:p>
            <a:pPr>
              <a:buFont typeface="Arial"/>
            </a:pPr>
            <a:r>
              <a:rPr lang="en-US" sz="2000">
                <a:ea typeface="+mn-lt"/>
                <a:cs typeface="+mn-lt"/>
              </a:rPr>
              <a:t>x: Inputs (data features).</a:t>
            </a:r>
            <a:endParaRPr lang="en-US" sz="2000"/>
          </a:p>
          <a:p>
            <a:pPr>
              <a:buFont typeface="Arial"/>
            </a:pPr>
            <a:r>
              <a:rPr lang="en-US" sz="2000">
                <a:ea typeface="+mn-lt"/>
                <a:cs typeface="+mn-lt"/>
              </a:rPr>
              <a:t>b: Bias (decision offset).</a:t>
            </a:r>
            <a:endParaRPr lang="en-US" sz="2000"/>
          </a:p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Activation:</a:t>
            </a:r>
            <a:r>
              <a:rPr lang="en-US" sz="2000">
                <a:ea typeface="+mn-lt"/>
                <a:cs typeface="+mn-lt"/>
              </a:rPr>
              <a:t> Output = F(Z), where F is the activation function.</a:t>
            </a:r>
            <a:endParaRPr lang="en-US" sz="2000"/>
          </a:p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Goal:</a:t>
            </a:r>
            <a:r>
              <a:rPr lang="en-US" sz="2000">
                <a:ea typeface="+mn-lt"/>
                <a:cs typeface="+mn-lt"/>
              </a:rPr>
              <a:t> Adjust weights and bias to minimize errors.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4" name="Picture 3" descr="A diagram of a device&#10;&#10;AI-generated content may be incorrect.">
            <a:extLst>
              <a:ext uri="{FF2B5EF4-FFF2-40B4-BE49-F238E27FC236}">
                <a16:creationId xmlns:a16="http://schemas.microsoft.com/office/drawing/2014/main" id="{B6AB2999-147D-8D12-A698-62206D335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989197"/>
            <a:ext cx="5458968" cy="2879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237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BEFF58-0FFE-812A-410A-0986FF8B0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Step Function as Activation</a:t>
            </a:r>
            <a:endParaRPr lang="en-US" sz="4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84C74-9277-D3E1-AB6E-45EAECDC5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5298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Definition:</a:t>
            </a:r>
            <a:r>
              <a:rPr lang="en-US" sz="2000">
                <a:ea typeface="+mn-lt"/>
                <a:cs typeface="+mn-lt"/>
              </a:rPr>
              <a:t> Output = 1 if Z ≥ threshold; else 0.</a:t>
            </a:r>
            <a:endParaRPr lang="en-US" sz="2000"/>
          </a:p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Behavior:</a:t>
            </a:r>
            <a:r>
              <a:rPr lang="en-US" sz="2000">
                <a:ea typeface="+mn-lt"/>
                <a:cs typeface="+mn-lt"/>
              </a:rPr>
              <a:t> Binary (on/off), mimicking neuron firing.</a:t>
            </a:r>
            <a:endParaRPr lang="en-US" sz="2000"/>
          </a:p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Analogy:</a:t>
            </a:r>
            <a:r>
              <a:rPr lang="en-US" sz="2000">
                <a:ea typeface="+mn-lt"/>
                <a:cs typeface="+mn-lt"/>
              </a:rPr>
              <a:t> Light switch fully on or off.</a:t>
            </a:r>
            <a:endParaRPr lang="en-US" sz="2000"/>
          </a:p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Role:</a:t>
            </a:r>
            <a:r>
              <a:rPr lang="en-US" sz="2000">
                <a:ea typeface="+mn-lt"/>
                <a:cs typeface="+mn-lt"/>
              </a:rPr>
              <a:t> Used in early perceptrons for simple classification.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23BEC4-9074-6267-09A9-90B852DA1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658965"/>
            <a:ext cx="5150277" cy="136482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039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E54FD-D719-9A66-1C76-111A637ED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36" y="292080"/>
            <a:ext cx="9096888" cy="1457328"/>
          </a:xfrm>
        </p:spPr>
        <p:txBody>
          <a:bodyPr anchor="b">
            <a:normAutofit/>
          </a:bodyPr>
          <a:lstStyle/>
          <a:p>
            <a:r>
              <a:rPr lang="en-US" sz="5000">
                <a:ea typeface="+mj-lt"/>
                <a:cs typeface="+mj-lt"/>
              </a:rPr>
              <a:t>Limitations of the Step Function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AC4A4-DC21-FAE5-45D5-FADF2D31A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936" y="2624904"/>
            <a:ext cx="6312888" cy="3583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700" b="1">
                <a:ea typeface="+mn-lt"/>
                <a:cs typeface="+mn-lt"/>
              </a:rPr>
              <a:t>Issues:</a:t>
            </a:r>
            <a:r>
              <a:rPr lang="en-US" sz="1700">
                <a:ea typeface="+mn-lt"/>
                <a:cs typeface="+mn-lt"/>
              </a:rPr>
              <a:t> </a:t>
            </a:r>
            <a:endParaRPr lang="en-US" sz="1700"/>
          </a:p>
          <a:p>
            <a:pPr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Non-differentiable: Prevents gradient-based learning.</a:t>
            </a:r>
            <a:endParaRPr lang="en-US" sz="1700"/>
          </a:p>
          <a:p>
            <a:pPr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Binary output: No nuances (e.g., probabilities).</a:t>
            </a:r>
            <a:endParaRPr lang="en-US" sz="1700"/>
          </a:p>
          <a:p>
            <a:pPr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Linear only: Fails on non-linear problems like XOR.</a:t>
            </a:r>
            <a:endParaRPr lang="en-US" sz="1700"/>
          </a:p>
          <a:p>
            <a:pPr marL="0" indent="0">
              <a:buNone/>
            </a:pPr>
            <a:r>
              <a:rPr lang="en-US" sz="1700" b="1">
                <a:ea typeface="+mn-lt"/>
                <a:cs typeface="+mn-lt"/>
              </a:rPr>
              <a:t>Impact:</a:t>
            </a:r>
            <a:r>
              <a:rPr lang="en-US" sz="1700">
                <a:ea typeface="+mn-lt"/>
                <a:cs typeface="+mn-lt"/>
              </a:rPr>
              <a:t> Limited perceptrons to simple tasks (e.g., AND/OR, not XOR).</a:t>
            </a:r>
            <a:endParaRPr lang="en-US" sz="1700"/>
          </a:p>
          <a:p>
            <a:pPr marL="0" indent="0">
              <a:buNone/>
            </a:pPr>
            <a:r>
              <a:rPr lang="en-US" sz="1700" b="1">
                <a:ea typeface="+mn-lt"/>
                <a:cs typeface="+mn-lt"/>
              </a:rPr>
              <a:t>Solution:</a:t>
            </a:r>
            <a:r>
              <a:rPr lang="en-US" sz="1700">
                <a:ea typeface="+mn-lt"/>
                <a:cs typeface="+mn-lt"/>
              </a:rPr>
              <a:t> Multi-layer networks with differentiable activations.</a:t>
            </a:r>
            <a:endParaRPr lang="en-US" sz="1700"/>
          </a:p>
        </p:txBody>
      </p:sp>
      <p:pic>
        <p:nvPicPr>
          <p:cNvPr id="5" name="Picture 4" descr="43,100+ Turning On Or Off Stock Photos ...">
            <a:extLst>
              <a:ext uri="{FF2B5EF4-FFF2-40B4-BE49-F238E27FC236}">
                <a16:creationId xmlns:a16="http://schemas.microsoft.com/office/drawing/2014/main" id="{F07E10B0-EDF7-79A3-FC63-C28B56C65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48" y="2013516"/>
            <a:ext cx="4312968" cy="433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970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C7AB7C-0612-17EC-9DBA-7A423ABB3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sz="3600">
                <a:ea typeface="+mj-lt"/>
                <a:cs typeface="+mj-lt"/>
              </a:rPr>
              <a:t>Activation Functions: Decision Makers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34601-61F6-E9AC-2E8C-68D21C62C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700" b="1">
                <a:ea typeface="+mn-lt"/>
                <a:cs typeface="+mn-lt"/>
              </a:rPr>
              <a:t>Role:</a:t>
            </a:r>
            <a:r>
              <a:rPr lang="en-US" sz="1700">
                <a:ea typeface="+mn-lt"/>
                <a:cs typeface="+mn-lt"/>
              </a:rPr>
              <a:t> Decide neuron output after weighted sum + bias.</a:t>
            </a:r>
            <a:endParaRPr lang="en-US" sz="1700"/>
          </a:p>
          <a:p>
            <a:pPr marL="0" indent="0">
              <a:buNone/>
            </a:pPr>
            <a:r>
              <a:rPr lang="en-US" sz="1700" b="1">
                <a:ea typeface="+mn-lt"/>
                <a:cs typeface="+mn-lt"/>
              </a:rPr>
              <a:t>Purposes:</a:t>
            </a:r>
            <a:r>
              <a:rPr lang="en-US" sz="1700">
                <a:ea typeface="+mn-lt"/>
                <a:cs typeface="+mn-lt"/>
              </a:rPr>
              <a:t> </a:t>
            </a:r>
            <a:endParaRPr lang="en-US" sz="1700"/>
          </a:p>
          <a:p>
            <a:pPr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Add non-linearity for complex modeling.</a:t>
            </a:r>
            <a:endParaRPr lang="en-US" sz="1700"/>
          </a:p>
          <a:p>
            <a:pPr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Control output range (e.g., 0-1 for probabilities).</a:t>
            </a:r>
            <a:endParaRPr lang="en-US" sz="1700"/>
          </a:p>
          <a:p>
            <a:pPr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Enable backpropagation via differentiability.</a:t>
            </a:r>
            <a:endParaRPr lang="en-US" sz="1700"/>
          </a:p>
          <a:p>
            <a:pPr marL="0" indent="0">
              <a:buNone/>
            </a:pPr>
            <a:r>
              <a:rPr lang="en-US" sz="1700" b="1">
                <a:ea typeface="+mn-lt"/>
                <a:cs typeface="+mn-lt"/>
              </a:rPr>
              <a:t>Types:</a:t>
            </a:r>
            <a:r>
              <a:rPr lang="en-US" sz="1700">
                <a:ea typeface="+mn-lt"/>
                <a:cs typeface="+mn-lt"/>
              </a:rPr>
              <a:t> Sigmoid, Tanh, ReLU (Rectified Linear Unit).</a:t>
            </a:r>
            <a:endParaRPr lang="en-US" sz="1700"/>
          </a:p>
          <a:p>
            <a:pPr marL="0" indent="0">
              <a:buNone/>
            </a:pPr>
            <a:r>
              <a:rPr lang="en-US" sz="1700" b="1">
                <a:ea typeface="+mn-lt"/>
                <a:cs typeface="+mn-lt"/>
              </a:rPr>
              <a:t>Analogy:</a:t>
            </a:r>
            <a:r>
              <a:rPr lang="en-US" sz="1700">
                <a:ea typeface="+mn-lt"/>
                <a:cs typeface="+mn-lt"/>
              </a:rPr>
              <a:t> Gates controlling information flow.</a:t>
            </a:r>
            <a:endParaRPr lang="en-US" sz="1700"/>
          </a:p>
          <a:p>
            <a:pPr>
              <a:buNone/>
            </a:pPr>
            <a:endParaRPr lang="en-US" sz="1700">
              <a:ea typeface="+mn-lt"/>
              <a:cs typeface="+mn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aph of functions and functions&#10;&#10;AI-generated content may be incorrect.">
            <a:extLst>
              <a:ext uri="{FF2B5EF4-FFF2-40B4-BE49-F238E27FC236}">
                <a16:creationId xmlns:a16="http://schemas.microsoft.com/office/drawing/2014/main" id="{A8608F7F-4496-1487-6464-EA5F6277A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738" y="1898525"/>
            <a:ext cx="5628018" cy="2828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077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3F88D1-8C99-DF5A-0343-87E047EC6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err="1"/>
              <a:t>ReLU</a:t>
            </a:r>
            <a:r>
              <a:rPr lang="en-US" sz="4800"/>
              <a:t> (Rectified Linear Unit)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D670E-278C-4EF8-35FB-143F72B38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700" b="1">
                <a:ea typeface="+mn-lt"/>
                <a:cs typeface="+mn-lt"/>
              </a:rPr>
              <a:t>Formula:</a:t>
            </a:r>
            <a:r>
              <a:rPr lang="en-US" sz="1700">
                <a:ea typeface="+mn-lt"/>
                <a:cs typeface="+mn-lt"/>
              </a:rPr>
              <a:t> </a:t>
            </a:r>
            <a:r>
              <a:rPr lang="en-US" sz="1700" err="1">
                <a:ea typeface="+mn-lt"/>
                <a:cs typeface="+mn-lt"/>
              </a:rPr>
              <a:t>ReLU</a:t>
            </a:r>
            <a:r>
              <a:rPr lang="en-US" sz="1700">
                <a:ea typeface="+mn-lt"/>
                <a:cs typeface="+mn-lt"/>
              </a:rPr>
              <a:t>(x) = max(0, x).</a:t>
            </a:r>
          </a:p>
          <a:p>
            <a:pPr marL="0" indent="0">
              <a:buNone/>
            </a:pPr>
            <a:r>
              <a:rPr lang="en-US" sz="1700" b="1">
                <a:ea typeface="+mn-lt"/>
                <a:cs typeface="+mn-lt"/>
              </a:rPr>
              <a:t>Behavior:</a:t>
            </a:r>
            <a:r>
              <a:rPr lang="en-US" sz="1700">
                <a:ea typeface="+mn-lt"/>
                <a:cs typeface="+mn-lt"/>
              </a:rPr>
              <a:t> Outputs x if positive; 0 if negative.</a:t>
            </a:r>
          </a:p>
          <a:p>
            <a:pPr marL="0" indent="0">
              <a:buNone/>
            </a:pPr>
            <a:r>
              <a:rPr lang="en-US" sz="1700" b="1">
                <a:ea typeface="+mn-lt"/>
                <a:cs typeface="+mn-lt"/>
              </a:rPr>
              <a:t>Advantages:</a:t>
            </a:r>
            <a:r>
              <a:rPr lang="en-US" sz="1700">
                <a:ea typeface="+mn-lt"/>
                <a:cs typeface="+mn-lt"/>
              </a:rPr>
              <a:t> </a:t>
            </a:r>
          </a:p>
          <a:p>
            <a:pPr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Fast and simple.</a:t>
            </a:r>
          </a:p>
          <a:p>
            <a:pPr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Avoids vanishing gradients (unlike sigmoid).</a:t>
            </a:r>
          </a:p>
          <a:p>
            <a:pPr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Promotes sparsity (many zeros).</a:t>
            </a:r>
          </a:p>
          <a:p>
            <a:pPr marL="0" indent="0">
              <a:buNone/>
            </a:pPr>
            <a:r>
              <a:rPr lang="en-US" sz="1700" b="1">
                <a:ea typeface="+mn-lt"/>
                <a:cs typeface="+mn-lt"/>
              </a:rPr>
              <a:t>Issue:</a:t>
            </a:r>
            <a:r>
              <a:rPr lang="en-US" sz="1700">
                <a:ea typeface="+mn-lt"/>
                <a:cs typeface="+mn-lt"/>
              </a:rPr>
              <a:t> “Dying </a:t>
            </a:r>
            <a:r>
              <a:rPr lang="en-US" sz="1700" err="1">
                <a:ea typeface="+mn-lt"/>
                <a:cs typeface="+mn-lt"/>
              </a:rPr>
              <a:t>ReLU</a:t>
            </a:r>
            <a:r>
              <a:rPr lang="en-US" sz="1700">
                <a:ea typeface="+mn-lt"/>
                <a:cs typeface="+mn-lt"/>
              </a:rPr>
              <a:t>” (neurons stuck at 0), mitigated by variants like Leaky </a:t>
            </a:r>
            <a:r>
              <a:rPr lang="en-US" sz="1700" err="1">
                <a:ea typeface="+mn-lt"/>
                <a:cs typeface="+mn-lt"/>
              </a:rPr>
              <a:t>ReLU</a:t>
            </a:r>
            <a:r>
              <a:rPr lang="en-US" sz="1700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r>
              <a:rPr lang="en-US" sz="1700" b="1">
                <a:ea typeface="+mn-lt"/>
                <a:cs typeface="+mn-lt"/>
              </a:rPr>
              <a:t>Applications:</a:t>
            </a:r>
            <a:r>
              <a:rPr lang="en-US" sz="1700">
                <a:ea typeface="+mn-lt"/>
                <a:cs typeface="+mn-lt"/>
              </a:rPr>
              <a:t> Standard in deep learning (CNNs, Transformers).</a:t>
            </a:r>
          </a:p>
          <a:p>
            <a:pPr>
              <a:buNone/>
            </a:pPr>
            <a:endParaRPr lang="en-US" sz="1700"/>
          </a:p>
        </p:txBody>
      </p:sp>
      <p:pic>
        <p:nvPicPr>
          <p:cNvPr id="4" name="Picture 3" descr="ReLU Activation Function in Deep Learning - GeeksforGeeks">
            <a:extLst>
              <a:ext uri="{FF2B5EF4-FFF2-40B4-BE49-F238E27FC236}">
                <a16:creationId xmlns:a16="http://schemas.microsoft.com/office/drawing/2014/main" id="{1683F865-03D7-37CD-67A2-AF217157D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654662"/>
            <a:ext cx="5150277" cy="337343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765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AA 5750 – Contemporary Issues in Analytics</vt:lpstr>
      <vt:lpstr>What is AI?</vt:lpstr>
      <vt:lpstr>Classical Machine Learning </vt:lpstr>
      <vt:lpstr>Classical ML</vt:lpstr>
      <vt:lpstr>Importance of Non-Linearity</vt:lpstr>
      <vt:lpstr>PowerPoint Presentation</vt:lpstr>
      <vt:lpstr>Why Neural Networks?</vt:lpstr>
      <vt:lpstr>Biological Inspiration for Neural Networks</vt:lpstr>
      <vt:lpstr>The Perceptron: First Step</vt:lpstr>
      <vt:lpstr>Mathematical Neuron Model</vt:lpstr>
      <vt:lpstr>Step Function as Activation</vt:lpstr>
      <vt:lpstr>Limitations of the Step Function</vt:lpstr>
      <vt:lpstr>Activation Functions: Decision Makers</vt:lpstr>
      <vt:lpstr>ReLU (Rectified Linear Unit)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2025-10-13T21:42:21Z</dcterms:created>
  <dcterms:modified xsi:type="dcterms:W3CDTF">2025-10-14T01:04:22Z</dcterms:modified>
</cp:coreProperties>
</file>